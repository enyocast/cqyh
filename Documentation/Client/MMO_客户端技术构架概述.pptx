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Layouts/slideLayout39.xml" ContentType="application/vnd.openxmlformats-officedocument.presentationml.slideLayout+xml"/>
  <Override PartName="/ppt/theme/theme5.xml" ContentType="application/vnd.openxmlformats-officedocument.them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44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2.xml" ContentType="application/vnd.openxmlformats-officedocument.presentationml.slideLayout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0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Masters/slideMaster4.xml" ContentType="application/vnd.openxmlformats-officedocument.presentationml.slideMaster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4.xml" ContentType="application/vnd.openxmlformats-officedocument.theme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3.xml" ContentType="application/vnd.openxmlformats-officedocument.presentationml.slideLayout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4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0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Default Extension="gif" ContentType="image/gif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  <p:sldMasterId id="2147483708" r:id="rId2"/>
    <p:sldMasterId id="2147483720" r:id="rId3"/>
    <p:sldMasterId id="2147483732" r:id="rId4"/>
  </p:sldMasterIdLst>
  <p:notesMasterIdLst>
    <p:notesMasterId r:id="rId25"/>
  </p:notesMasterIdLst>
  <p:sldIdLst>
    <p:sldId id="259" r:id="rId5"/>
    <p:sldId id="278" r:id="rId6"/>
    <p:sldId id="257" r:id="rId7"/>
    <p:sldId id="284" r:id="rId8"/>
    <p:sldId id="298" r:id="rId9"/>
    <p:sldId id="285" r:id="rId10"/>
    <p:sldId id="297" r:id="rId11"/>
    <p:sldId id="286" r:id="rId12"/>
    <p:sldId id="287" r:id="rId13"/>
    <p:sldId id="301" r:id="rId14"/>
    <p:sldId id="288" r:id="rId15"/>
    <p:sldId id="296" r:id="rId16"/>
    <p:sldId id="299" r:id="rId17"/>
    <p:sldId id="289" r:id="rId18"/>
    <p:sldId id="290" r:id="rId19"/>
    <p:sldId id="291" r:id="rId20"/>
    <p:sldId id="292" r:id="rId21"/>
    <p:sldId id="293" r:id="rId22"/>
    <p:sldId id="302" r:id="rId23"/>
    <p:sldId id="283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00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100" d="100"/>
          <a:sy n="100" d="100"/>
        </p:scale>
        <p:origin x="-1944" y="-59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BA1-2A70-4315-AB11-2BEAD3BC6117}" type="datetimeFigureOut">
              <a:rPr lang="zh-CN" altLang="en-US" smtClean="0"/>
              <a:pPr/>
              <a:t>2013/6/21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F26101-C6FA-4DAA-9C25-80C6C08248C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2A8174F-612C-4B0D-973B-D857302D7F87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2A8174F-612C-4B0D-973B-D857302D7F87}" type="slidenum">
              <a:rPr lang="en-US" altLang="zh-CN" smtClean="0"/>
              <a:pPr>
                <a:defRPr/>
              </a:pPr>
              <a:t>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2A8174F-612C-4B0D-973B-D857302D7F87}" type="slidenum">
              <a:rPr lang="en-US" altLang="zh-CN" smtClean="0"/>
              <a:pPr>
                <a:defRPr/>
              </a:pPr>
              <a:t>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2A8174F-612C-4B0D-973B-D857302D7F87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2A8174F-612C-4B0D-973B-D857302D7F87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2A8174F-612C-4B0D-973B-D857302D7F87}" type="slidenum">
              <a:rPr lang="en-US" altLang="zh-CN" smtClean="0"/>
              <a:pPr>
                <a:defRPr/>
              </a:pPr>
              <a:t>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2A8174F-612C-4B0D-973B-D857302D7F87}" type="slidenum">
              <a:rPr lang="en-US" altLang="zh-CN" smtClean="0"/>
              <a:pPr>
                <a:defRPr/>
              </a:pPr>
              <a:t>9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2A8174F-612C-4B0D-973B-D857302D7F87}" type="slidenum">
              <a:rPr lang="en-US" altLang="zh-CN" smtClean="0"/>
              <a:pPr>
                <a:defRPr/>
              </a:pPr>
              <a:t>10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2A8174F-612C-4B0D-973B-D857302D7F87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2A8174F-612C-4B0D-973B-D857302D7F87}" type="slidenum">
              <a:rPr lang="en-US" altLang="zh-CN" smtClean="0"/>
              <a:pPr>
                <a:defRPr/>
              </a:pPr>
              <a:t>12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2A8174F-612C-4B0D-973B-D857302D7F87}" type="slidenum">
              <a:rPr lang="en-US" altLang="zh-CN" smtClean="0"/>
              <a:pPr>
                <a:defRPr/>
              </a:pPr>
              <a:t>13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2A8174F-612C-4B0D-973B-D857302D7F87}" type="slidenum">
              <a:rPr lang="en-US" altLang="zh-CN" smtClean="0"/>
              <a:pPr>
                <a:defRPr/>
              </a:pPr>
              <a:t>14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2A8174F-612C-4B0D-973B-D857302D7F87}" type="slidenum">
              <a:rPr lang="en-US" altLang="zh-CN" smtClean="0"/>
              <a:pPr>
                <a:defRPr/>
              </a:pPr>
              <a:t>15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2A8174F-612C-4B0D-973B-D857302D7F87}" type="slidenum">
              <a:rPr lang="en-US" altLang="zh-CN" smtClean="0"/>
              <a:pPr>
                <a:defRPr/>
              </a:pPr>
              <a:t>16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2A8174F-612C-4B0D-973B-D857302D7F87}" type="slidenum">
              <a:rPr lang="en-US" altLang="zh-CN" smtClean="0"/>
              <a:pPr>
                <a:defRPr/>
              </a:pPr>
              <a:t>17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2A8174F-612C-4B0D-973B-D857302D7F87}" type="slidenum">
              <a:rPr lang="en-US" altLang="zh-CN" smtClean="0"/>
              <a:pPr>
                <a:defRPr/>
              </a:pPr>
              <a:t>18</a:t>
            </a:fld>
            <a:endParaRPr lang="en-US" altLang="zh-C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2A8174F-612C-4B0D-973B-D857302D7F87}" type="slidenum">
              <a:rPr lang="en-US" altLang="zh-CN" smtClean="0"/>
              <a:pPr>
                <a:defRPr/>
              </a:pPr>
              <a:t>19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6/21/2013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6/21/2013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6/21/2013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6/21/2013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6/21/2013</a:t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6/21/2013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6/21/2013</a:t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6/21/2013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6/21/2013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6/21/2013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9B81F-C347-4BEF-BFDF-29C42F48304A}" type="datetimeFigureOut">
              <a:rPr lang="en-US" smtClean="0"/>
              <a:pPr/>
              <a:t>6/21/2013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 rtl="0"/>
            <a:fld id="{DB794B8D-B7E1-419C-815C-0D781972157A}" type="datetimeFigureOut">
              <a:rPr lang="zh-CN" altLang="en-US" sz="1200" kern="1200">
                <a:solidFill>
                  <a:prstClr val="black">
                    <a:tint val="75000"/>
                  </a:prstClr>
                </a:solidFill>
                <a:latin typeface="Calibri"/>
                <a:ea typeface="宋体"/>
                <a:cs typeface="+mn-cs"/>
              </a:rPr>
              <a:pPr algn="l" rtl="0"/>
              <a:t>2013/6/21</a:t>
            </a:fld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rtl="0"/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0"/>
            <a:fld id="{D1D87EDC-7C84-43BD-A2C3-A6B69AE0D529}" type="slidenum">
              <a:rPr lang="zh-CN" altLang="en-US" sz="1200" kern="1200">
                <a:solidFill>
                  <a:prstClr val="black">
                    <a:tint val="75000"/>
                  </a:prstClr>
                </a:solidFill>
                <a:latin typeface="Calibri"/>
                <a:ea typeface="宋体"/>
                <a:cs typeface="+mn-cs"/>
              </a:rPr>
              <a:pPr algn="r" rtl="0"/>
              <a:t>‹#›</a:t>
            </a:fld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 rtl="0"/>
            <a:fld id="{DB794B8D-B7E1-419C-815C-0D781972157A}" type="datetimeFigureOut">
              <a:rPr lang="zh-CN" altLang="en-US" sz="1200" kern="1200">
                <a:solidFill>
                  <a:prstClr val="black">
                    <a:tint val="75000"/>
                  </a:prstClr>
                </a:solidFill>
                <a:latin typeface="Calibri"/>
                <a:ea typeface="宋体"/>
                <a:cs typeface="+mn-cs"/>
              </a:rPr>
              <a:pPr algn="l" rtl="0"/>
              <a:t>2013/6/21</a:t>
            </a:fld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rtl="0"/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0"/>
            <a:fld id="{D1D87EDC-7C84-43BD-A2C3-A6B69AE0D529}" type="slidenum">
              <a:rPr lang="zh-CN" altLang="en-US" sz="1200" kern="1200">
                <a:solidFill>
                  <a:prstClr val="black">
                    <a:tint val="75000"/>
                  </a:prstClr>
                </a:solidFill>
                <a:latin typeface="Calibri"/>
                <a:ea typeface="宋体"/>
                <a:cs typeface="+mn-cs"/>
              </a:rPr>
              <a:pPr algn="r" rtl="0"/>
              <a:t>‹#›</a:t>
            </a:fld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 rtl="0"/>
            <a:fld id="{DB794B8D-B7E1-419C-815C-0D781972157A}" type="datetimeFigureOut">
              <a:rPr lang="zh-CN" altLang="en-US" sz="1200" kern="1200">
                <a:solidFill>
                  <a:prstClr val="black">
                    <a:tint val="75000"/>
                  </a:prstClr>
                </a:solidFill>
                <a:latin typeface="Calibri"/>
                <a:ea typeface="宋体"/>
                <a:cs typeface="+mn-cs"/>
              </a:rPr>
              <a:pPr algn="l" rtl="0"/>
              <a:t>2013/6/21</a:t>
            </a:fld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rtl="0"/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0"/>
            <a:fld id="{D1D87EDC-7C84-43BD-A2C3-A6B69AE0D529}" type="slidenum">
              <a:rPr lang="zh-CN" altLang="en-US" sz="1200" kern="1200">
                <a:solidFill>
                  <a:prstClr val="black">
                    <a:tint val="75000"/>
                  </a:prstClr>
                </a:solidFill>
                <a:latin typeface="Calibri"/>
                <a:ea typeface="宋体"/>
                <a:cs typeface="+mn-cs"/>
              </a:rPr>
              <a:pPr algn="r" rtl="0"/>
              <a:t>‹#›</a:t>
            </a:fld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 rtl="0"/>
            <a:fld id="{DB794B8D-B7E1-419C-815C-0D781972157A}" type="datetimeFigureOut">
              <a:rPr lang="zh-CN" altLang="en-US" sz="1200" kern="1200">
                <a:solidFill>
                  <a:prstClr val="black">
                    <a:tint val="75000"/>
                  </a:prstClr>
                </a:solidFill>
                <a:latin typeface="Calibri"/>
                <a:ea typeface="宋体"/>
                <a:cs typeface="+mn-cs"/>
              </a:rPr>
              <a:pPr algn="l" rtl="0"/>
              <a:t>2013/6/21</a:t>
            </a:fld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rtl="0"/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0"/>
            <a:fld id="{D1D87EDC-7C84-43BD-A2C3-A6B69AE0D529}" type="slidenum">
              <a:rPr lang="zh-CN" altLang="en-US" sz="1200" kern="1200">
                <a:solidFill>
                  <a:prstClr val="black">
                    <a:tint val="75000"/>
                  </a:prstClr>
                </a:solidFill>
                <a:latin typeface="Calibri"/>
                <a:ea typeface="宋体"/>
                <a:cs typeface="+mn-cs"/>
              </a:rPr>
              <a:pPr algn="r" rtl="0"/>
              <a:t>‹#›</a:t>
            </a:fld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 rtl="0"/>
            <a:fld id="{DB794B8D-B7E1-419C-815C-0D781972157A}" type="datetimeFigureOut">
              <a:rPr lang="zh-CN" altLang="en-US" sz="1200" kern="1200">
                <a:solidFill>
                  <a:prstClr val="black">
                    <a:tint val="75000"/>
                  </a:prstClr>
                </a:solidFill>
                <a:latin typeface="Calibri"/>
                <a:ea typeface="宋体"/>
                <a:cs typeface="+mn-cs"/>
              </a:rPr>
              <a:pPr algn="l" rtl="0"/>
              <a:t>2013/6/21</a:t>
            </a:fld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rtl="0"/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0"/>
            <a:fld id="{D1D87EDC-7C84-43BD-A2C3-A6B69AE0D529}" type="slidenum">
              <a:rPr lang="zh-CN" altLang="en-US" sz="1200" kern="1200">
                <a:solidFill>
                  <a:prstClr val="black">
                    <a:tint val="75000"/>
                  </a:prstClr>
                </a:solidFill>
                <a:latin typeface="Calibri"/>
                <a:ea typeface="宋体"/>
                <a:cs typeface="+mn-cs"/>
              </a:rPr>
              <a:pPr algn="r" rtl="0"/>
              <a:t>‹#›</a:t>
            </a:fld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 rtl="0"/>
            <a:fld id="{DB794B8D-B7E1-419C-815C-0D781972157A}" type="datetimeFigureOut">
              <a:rPr lang="zh-CN" altLang="en-US" sz="1200" kern="1200">
                <a:solidFill>
                  <a:prstClr val="black">
                    <a:tint val="75000"/>
                  </a:prstClr>
                </a:solidFill>
                <a:latin typeface="Calibri"/>
                <a:ea typeface="宋体"/>
                <a:cs typeface="+mn-cs"/>
              </a:rPr>
              <a:pPr algn="l" rtl="0"/>
              <a:t>2013/6/21</a:t>
            </a:fld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rtl="0"/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0"/>
            <a:fld id="{D1D87EDC-7C84-43BD-A2C3-A6B69AE0D529}" type="slidenum">
              <a:rPr lang="zh-CN" altLang="en-US" sz="1200" kern="1200">
                <a:solidFill>
                  <a:prstClr val="black">
                    <a:tint val="75000"/>
                  </a:prstClr>
                </a:solidFill>
                <a:latin typeface="Calibri"/>
                <a:ea typeface="宋体"/>
                <a:cs typeface="+mn-cs"/>
              </a:rPr>
              <a:pPr algn="r" rtl="0"/>
              <a:t>‹#›</a:t>
            </a:fld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 rtl="0"/>
            <a:fld id="{DB794B8D-B7E1-419C-815C-0D781972157A}" type="datetimeFigureOut">
              <a:rPr lang="zh-CN" altLang="en-US" sz="1200" kern="1200">
                <a:solidFill>
                  <a:prstClr val="black">
                    <a:tint val="75000"/>
                  </a:prstClr>
                </a:solidFill>
                <a:latin typeface="Calibri"/>
                <a:ea typeface="宋体"/>
                <a:cs typeface="+mn-cs"/>
              </a:rPr>
              <a:pPr algn="l" rtl="0"/>
              <a:t>2013/6/21</a:t>
            </a:fld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rtl="0"/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0"/>
            <a:fld id="{D1D87EDC-7C84-43BD-A2C3-A6B69AE0D529}" type="slidenum">
              <a:rPr lang="zh-CN" altLang="en-US" sz="1200" kern="1200">
                <a:solidFill>
                  <a:prstClr val="black">
                    <a:tint val="75000"/>
                  </a:prstClr>
                </a:solidFill>
                <a:latin typeface="Calibri"/>
                <a:ea typeface="宋体"/>
                <a:cs typeface="+mn-cs"/>
              </a:rPr>
              <a:pPr algn="r" rtl="0"/>
              <a:t>‹#›</a:t>
            </a:fld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 rtl="0"/>
            <a:fld id="{DB794B8D-B7E1-419C-815C-0D781972157A}" type="datetimeFigureOut">
              <a:rPr lang="zh-CN" altLang="en-US" sz="1200" kern="1200">
                <a:solidFill>
                  <a:prstClr val="black">
                    <a:tint val="75000"/>
                  </a:prstClr>
                </a:solidFill>
                <a:latin typeface="Calibri"/>
                <a:ea typeface="宋体"/>
                <a:cs typeface="+mn-cs"/>
              </a:rPr>
              <a:pPr algn="l" rtl="0"/>
              <a:t>2013/6/21</a:t>
            </a:fld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rtl="0"/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0"/>
            <a:fld id="{D1D87EDC-7C84-43BD-A2C3-A6B69AE0D529}" type="slidenum">
              <a:rPr lang="zh-CN" altLang="en-US" sz="1200" kern="1200">
                <a:solidFill>
                  <a:prstClr val="black">
                    <a:tint val="75000"/>
                  </a:prstClr>
                </a:solidFill>
                <a:latin typeface="Calibri"/>
                <a:ea typeface="宋体"/>
                <a:cs typeface="+mn-cs"/>
              </a:rPr>
              <a:pPr algn="r" rtl="0"/>
              <a:t>‹#›</a:t>
            </a:fld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 rtl="0"/>
            <a:fld id="{DB794B8D-B7E1-419C-815C-0D781972157A}" type="datetimeFigureOut">
              <a:rPr lang="zh-CN" altLang="en-US" sz="1200" kern="1200">
                <a:solidFill>
                  <a:prstClr val="black">
                    <a:tint val="75000"/>
                  </a:prstClr>
                </a:solidFill>
                <a:latin typeface="Calibri"/>
                <a:ea typeface="宋体"/>
                <a:cs typeface="+mn-cs"/>
              </a:rPr>
              <a:pPr algn="l" rtl="0"/>
              <a:t>2013/6/21</a:t>
            </a:fld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rtl="0"/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0"/>
            <a:fld id="{D1D87EDC-7C84-43BD-A2C3-A6B69AE0D529}" type="slidenum">
              <a:rPr lang="zh-CN" altLang="en-US" sz="1200" kern="1200">
                <a:solidFill>
                  <a:prstClr val="black">
                    <a:tint val="75000"/>
                  </a:prstClr>
                </a:solidFill>
                <a:latin typeface="Calibri"/>
                <a:ea typeface="宋体"/>
                <a:cs typeface="+mn-cs"/>
              </a:rPr>
              <a:pPr algn="r" rtl="0"/>
              <a:t>‹#›</a:t>
            </a:fld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 rtl="0"/>
            <a:fld id="{DB794B8D-B7E1-419C-815C-0D781972157A}" type="datetimeFigureOut">
              <a:rPr lang="zh-CN" altLang="en-US" sz="1200" kern="1200">
                <a:solidFill>
                  <a:prstClr val="black">
                    <a:tint val="75000"/>
                  </a:prstClr>
                </a:solidFill>
                <a:latin typeface="Calibri"/>
                <a:ea typeface="宋体"/>
                <a:cs typeface="+mn-cs"/>
              </a:rPr>
              <a:pPr algn="l" rtl="0"/>
              <a:t>2013/6/21</a:t>
            </a:fld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rtl="0"/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0"/>
            <a:fld id="{D1D87EDC-7C84-43BD-A2C3-A6B69AE0D529}" type="slidenum">
              <a:rPr lang="zh-CN" altLang="en-US" sz="1200" kern="1200">
                <a:solidFill>
                  <a:prstClr val="black">
                    <a:tint val="75000"/>
                  </a:prstClr>
                </a:solidFill>
                <a:latin typeface="Calibri"/>
                <a:ea typeface="宋体"/>
                <a:cs typeface="+mn-cs"/>
              </a:rPr>
              <a:pPr algn="r" rtl="0"/>
              <a:t>‹#›</a:t>
            </a:fld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 rtl="0"/>
            <a:fld id="{DB794B8D-B7E1-419C-815C-0D781972157A}" type="datetimeFigureOut">
              <a:rPr lang="zh-CN" altLang="en-US" sz="1200" kern="1200">
                <a:solidFill>
                  <a:prstClr val="black">
                    <a:tint val="75000"/>
                  </a:prstClr>
                </a:solidFill>
                <a:latin typeface="Calibri"/>
                <a:ea typeface="宋体"/>
                <a:cs typeface="+mn-cs"/>
              </a:rPr>
              <a:pPr algn="l" rtl="0"/>
              <a:t>2013/6/21</a:t>
            </a:fld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rtl="0"/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0"/>
            <a:fld id="{D1D87EDC-7C84-43BD-A2C3-A6B69AE0D529}" type="slidenum">
              <a:rPr lang="zh-CN" altLang="en-US" sz="1200" kern="1200">
                <a:solidFill>
                  <a:prstClr val="black">
                    <a:tint val="75000"/>
                  </a:prstClr>
                </a:solidFill>
                <a:latin typeface="Calibri"/>
                <a:ea typeface="宋体"/>
                <a:cs typeface="+mn-cs"/>
              </a:rPr>
              <a:pPr algn="r" rtl="0"/>
              <a:t>‹#›</a:t>
            </a:fld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 rtl="0"/>
            <a:fld id="{DB794B8D-B7E1-419C-815C-0D781972157A}" type="datetimeFigureOut">
              <a:rPr lang="zh-CN" altLang="en-US" sz="1200" kern="1200">
                <a:solidFill>
                  <a:prstClr val="black">
                    <a:tint val="75000"/>
                  </a:prstClr>
                </a:solidFill>
                <a:latin typeface="Calibri"/>
                <a:ea typeface="宋体"/>
                <a:cs typeface="+mn-cs"/>
              </a:rPr>
              <a:pPr algn="l" rtl="0"/>
              <a:t>2013/6/21</a:t>
            </a:fld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rtl="0"/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0"/>
            <a:fld id="{D1D87EDC-7C84-43BD-A2C3-A6B69AE0D529}" type="slidenum">
              <a:rPr lang="zh-CN" altLang="en-US" sz="1200" kern="1200">
                <a:solidFill>
                  <a:prstClr val="black">
                    <a:tint val="75000"/>
                  </a:prstClr>
                </a:solidFill>
                <a:latin typeface="Calibri"/>
                <a:ea typeface="宋体"/>
                <a:cs typeface="+mn-cs"/>
              </a:rPr>
              <a:pPr algn="r" rtl="0"/>
              <a:t>‹#›</a:t>
            </a:fld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 rtl="0"/>
            <a:fld id="{DB794B8D-B7E1-419C-815C-0D781972157A}" type="datetimeFigureOut">
              <a:rPr lang="zh-CN" altLang="en-US" sz="1200" kern="1200">
                <a:solidFill>
                  <a:prstClr val="black">
                    <a:tint val="75000"/>
                  </a:prstClr>
                </a:solidFill>
                <a:latin typeface="Calibri"/>
                <a:ea typeface="宋体"/>
                <a:cs typeface="+mn-cs"/>
              </a:rPr>
              <a:pPr algn="l" rtl="0"/>
              <a:t>2013/6/21</a:t>
            </a:fld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rtl="0"/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0"/>
            <a:fld id="{D1D87EDC-7C84-43BD-A2C3-A6B69AE0D529}" type="slidenum">
              <a:rPr lang="zh-CN" altLang="en-US" sz="1200" kern="1200">
                <a:solidFill>
                  <a:prstClr val="black">
                    <a:tint val="75000"/>
                  </a:prstClr>
                </a:solidFill>
                <a:latin typeface="Calibri"/>
                <a:ea typeface="宋体"/>
                <a:cs typeface="+mn-cs"/>
              </a:rPr>
              <a:pPr algn="r" rtl="0"/>
              <a:t>‹#›</a:t>
            </a:fld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 rtl="0"/>
            <a:fld id="{DB794B8D-B7E1-419C-815C-0D781972157A}" type="datetimeFigureOut">
              <a:rPr lang="zh-CN" altLang="en-US" sz="1200" kern="1200">
                <a:solidFill>
                  <a:prstClr val="black">
                    <a:tint val="75000"/>
                  </a:prstClr>
                </a:solidFill>
                <a:latin typeface="Calibri"/>
                <a:ea typeface="宋体"/>
                <a:cs typeface="+mn-cs"/>
              </a:rPr>
              <a:pPr algn="l" rtl="0"/>
              <a:t>2013/6/21</a:t>
            </a:fld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rtl="0"/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0"/>
            <a:fld id="{D1D87EDC-7C84-43BD-A2C3-A6B69AE0D529}" type="slidenum">
              <a:rPr lang="zh-CN" altLang="en-US" sz="1200" kern="1200">
                <a:solidFill>
                  <a:prstClr val="black">
                    <a:tint val="75000"/>
                  </a:prstClr>
                </a:solidFill>
                <a:latin typeface="Calibri"/>
                <a:ea typeface="宋体"/>
                <a:cs typeface="+mn-cs"/>
              </a:rPr>
              <a:pPr algn="r" rtl="0"/>
              <a:t>‹#›</a:t>
            </a:fld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 rtl="0"/>
            <a:fld id="{DB794B8D-B7E1-419C-815C-0D781972157A}" type="datetimeFigureOut">
              <a:rPr lang="zh-CN" altLang="en-US" sz="1200" kern="1200">
                <a:solidFill>
                  <a:prstClr val="black">
                    <a:tint val="75000"/>
                  </a:prstClr>
                </a:solidFill>
                <a:latin typeface="Calibri"/>
                <a:ea typeface="宋体"/>
                <a:cs typeface="+mn-cs"/>
              </a:rPr>
              <a:pPr algn="l" rtl="0"/>
              <a:t>2013/6/21</a:t>
            </a:fld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rtl="0"/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0"/>
            <a:fld id="{D1D87EDC-7C84-43BD-A2C3-A6B69AE0D529}" type="slidenum">
              <a:rPr lang="zh-CN" altLang="en-US" sz="1200" kern="1200">
                <a:solidFill>
                  <a:prstClr val="black">
                    <a:tint val="75000"/>
                  </a:prstClr>
                </a:solidFill>
                <a:latin typeface="Calibri"/>
                <a:ea typeface="宋体"/>
                <a:cs typeface="+mn-cs"/>
              </a:rPr>
              <a:pPr algn="r" rtl="0"/>
              <a:t>‹#›</a:t>
            </a:fld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 rtl="0"/>
            <a:fld id="{DB794B8D-B7E1-419C-815C-0D781972157A}" type="datetimeFigureOut">
              <a:rPr lang="zh-CN" altLang="en-US" sz="1200" kern="1200">
                <a:solidFill>
                  <a:prstClr val="black">
                    <a:tint val="75000"/>
                  </a:prstClr>
                </a:solidFill>
                <a:latin typeface="Calibri"/>
                <a:ea typeface="宋体"/>
                <a:cs typeface="+mn-cs"/>
              </a:rPr>
              <a:pPr algn="l" rtl="0"/>
              <a:t>2013/6/21</a:t>
            </a:fld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rtl="0"/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0"/>
            <a:fld id="{D1D87EDC-7C84-43BD-A2C3-A6B69AE0D529}" type="slidenum">
              <a:rPr lang="zh-CN" altLang="en-US" sz="1200" kern="1200">
                <a:solidFill>
                  <a:prstClr val="black">
                    <a:tint val="75000"/>
                  </a:prstClr>
                </a:solidFill>
                <a:latin typeface="Calibri"/>
                <a:ea typeface="宋体"/>
                <a:cs typeface="+mn-cs"/>
              </a:rPr>
              <a:pPr algn="r" rtl="0"/>
              <a:t>‹#›</a:t>
            </a:fld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 rtl="0"/>
            <a:fld id="{DB794B8D-B7E1-419C-815C-0D781972157A}" type="datetimeFigureOut">
              <a:rPr lang="zh-CN" altLang="en-US" sz="1200" kern="1200">
                <a:solidFill>
                  <a:prstClr val="black">
                    <a:tint val="75000"/>
                  </a:prstClr>
                </a:solidFill>
                <a:latin typeface="Calibri"/>
                <a:ea typeface="宋体"/>
                <a:cs typeface="+mn-cs"/>
              </a:rPr>
              <a:pPr algn="l" rtl="0"/>
              <a:t>2013/6/21</a:t>
            </a:fld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rtl="0"/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0"/>
            <a:fld id="{D1D87EDC-7C84-43BD-A2C3-A6B69AE0D529}" type="slidenum">
              <a:rPr lang="zh-CN" altLang="en-US" sz="1200" kern="1200">
                <a:solidFill>
                  <a:prstClr val="black">
                    <a:tint val="75000"/>
                  </a:prstClr>
                </a:solidFill>
                <a:latin typeface="Calibri"/>
                <a:ea typeface="宋体"/>
                <a:cs typeface="+mn-cs"/>
              </a:rPr>
              <a:pPr algn="r" rtl="0"/>
              <a:t>‹#›</a:t>
            </a:fld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 rtl="0"/>
            <a:fld id="{DB794B8D-B7E1-419C-815C-0D781972157A}" type="datetimeFigureOut">
              <a:rPr lang="zh-CN" altLang="en-US" sz="1200" kern="1200">
                <a:solidFill>
                  <a:prstClr val="black">
                    <a:tint val="75000"/>
                  </a:prstClr>
                </a:solidFill>
                <a:latin typeface="Calibri"/>
                <a:ea typeface="宋体"/>
                <a:cs typeface="+mn-cs"/>
              </a:rPr>
              <a:pPr algn="l" rtl="0"/>
              <a:t>2013/6/21</a:t>
            </a:fld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rtl="0"/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0"/>
            <a:fld id="{D1D87EDC-7C84-43BD-A2C3-A6B69AE0D529}" type="slidenum">
              <a:rPr lang="zh-CN" altLang="en-US" sz="1200" kern="1200">
                <a:solidFill>
                  <a:prstClr val="black">
                    <a:tint val="75000"/>
                  </a:prstClr>
                </a:solidFill>
                <a:latin typeface="Calibri"/>
                <a:ea typeface="宋体"/>
                <a:cs typeface="+mn-cs"/>
              </a:rPr>
              <a:pPr algn="r" rtl="0"/>
              <a:t>‹#›</a:t>
            </a:fld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 rtl="0"/>
            <a:fld id="{DB794B8D-B7E1-419C-815C-0D781972157A}" type="datetimeFigureOut">
              <a:rPr lang="zh-CN" altLang="en-US" sz="1200" kern="1200">
                <a:solidFill>
                  <a:prstClr val="black">
                    <a:tint val="75000"/>
                  </a:prstClr>
                </a:solidFill>
                <a:latin typeface="Calibri"/>
                <a:ea typeface="宋体"/>
                <a:cs typeface="+mn-cs"/>
              </a:rPr>
              <a:pPr algn="l" rtl="0"/>
              <a:t>2013/6/21</a:t>
            </a:fld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rtl="0"/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0"/>
            <a:fld id="{D1D87EDC-7C84-43BD-A2C3-A6B69AE0D529}" type="slidenum">
              <a:rPr lang="zh-CN" altLang="en-US" sz="1200" kern="1200">
                <a:solidFill>
                  <a:prstClr val="black">
                    <a:tint val="75000"/>
                  </a:prstClr>
                </a:solidFill>
                <a:latin typeface="Calibri"/>
                <a:ea typeface="宋体"/>
                <a:cs typeface="+mn-cs"/>
              </a:rPr>
              <a:pPr algn="r" rtl="0"/>
              <a:t>‹#›</a:t>
            </a:fld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 rtl="0"/>
            <a:fld id="{DB794B8D-B7E1-419C-815C-0D781972157A}" type="datetimeFigureOut">
              <a:rPr lang="zh-CN" altLang="en-US" sz="1200" kern="1200">
                <a:solidFill>
                  <a:prstClr val="black">
                    <a:tint val="75000"/>
                  </a:prstClr>
                </a:solidFill>
                <a:latin typeface="Calibri"/>
                <a:ea typeface="宋体"/>
                <a:cs typeface="+mn-cs"/>
              </a:rPr>
              <a:pPr algn="l" rtl="0"/>
              <a:t>2013/6/21</a:t>
            </a:fld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rtl="0"/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0"/>
            <a:fld id="{D1D87EDC-7C84-43BD-A2C3-A6B69AE0D529}" type="slidenum">
              <a:rPr lang="zh-CN" altLang="en-US" sz="1200" kern="1200">
                <a:solidFill>
                  <a:prstClr val="black">
                    <a:tint val="75000"/>
                  </a:prstClr>
                </a:solidFill>
                <a:latin typeface="Calibri"/>
                <a:ea typeface="宋体"/>
                <a:cs typeface="+mn-cs"/>
              </a:rPr>
              <a:pPr algn="r" rtl="0"/>
              <a:t>‹#›</a:t>
            </a:fld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 rtl="0"/>
            <a:fld id="{DB794B8D-B7E1-419C-815C-0D781972157A}" type="datetimeFigureOut">
              <a:rPr lang="zh-CN" altLang="en-US" sz="1200" kern="1200">
                <a:solidFill>
                  <a:prstClr val="black">
                    <a:tint val="75000"/>
                  </a:prstClr>
                </a:solidFill>
                <a:latin typeface="Calibri"/>
                <a:ea typeface="宋体"/>
                <a:cs typeface="+mn-cs"/>
              </a:rPr>
              <a:pPr algn="l" rtl="0"/>
              <a:t>2013/6/21</a:t>
            </a:fld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rtl="0"/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0"/>
            <a:fld id="{D1D87EDC-7C84-43BD-A2C3-A6B69AE0D529}" type="slidenum">
              <a:rPr lang="zh-CN" altLang="en-US" sz="1200" kern="1200">
                <a:solidFill>
                  <a:prstClr val="black">
                    <a:tint val="75000"/>
                  </a:prstClr>
                </a:solidFill>
                <a:latin typeface="Calibri"/>
                <a:ea typeface="宋体"/>
                <a:cs typeface="+mn-cs"/>
              </a:rPr>
              <a:pPr algn="r" rtl="0"/>
              <a:t>‹#›</a:t>
            </a:fld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 rtl="0"/>
            <a:fld id="{DB794B8D-B7E1-419C-815C-0D781972157A}" type="datetimeFigureOut">
              <a:rPr lang="zh-CN" altLang="en-US" sz="1200" kern="1200">
                <a:solidFill>
                  <a:prstClr val="black">
                    <a:tint val="75000"/>
                  </a:prstClr>
                </a:solidFill>
                <a:latin typeface="Calibri"/>
                <a:ea typeface="宋体"/>
                <a:cs typeface="+mn-cs"/>
              </a:rPr>
              <a:pPr algn="l" rtl="0"/>
              <a:t>2013/6/21</a:t>
            </a:fld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rtl="0"/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0"/>
            <a:fld id="{D1D87EDC-7C84-43BD-A2C3-A6B69AE0D529}" type="slidenum">
              <a:rPr lang="zh-CN" altLang="en-US" sz="1200" kern="1200">
                <a:solidFill>
                  <a:prstClr val="black">
                    <a:tint val="75000"/>
                  </a:prstClr>
                </a:solidFill>
                <a:latin typeface="Calibri"/>
                <a:ea typeface="宋体"/>
                <a:cs typeface="+mn-cs"/>
              </a:rPr>
              <a:pPr algn="r" rtl="0"/>
              <a:t>‹#›</a:t>
            </a:fld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 rtl="0"/>
            <a:fld id="{DB794B8D-B7E1-419C-815C-0D781972157A}" type="datetimeFigureOut">
              <a:rPr lang="zh-CN" altLang="en-US" sz="1200" kern="1200">
                <a:solidFill>
                  <a:prstClr val="black">
                    <a:tint val="75000"/>
                  </a:prstClr>
                </a:solidFill>
                <a:latin typeface="Calibri"/>
                <a:ea typeface="宋体"/>
                <a:cs typeface="+mn-cs"/>
              </a:rPr>
              <a:pPr algn="l" rtl="0"/>
              <a:t>2013/6/21</a:t>
            </a:fld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rtl="0"/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0"/>
            <a:fld id="{D1D87EDC-7C84-43BD-A2C3-A6B69AE0D529}" type="slidenum">
              <a:rPr lang="zh-CN" altLang="en-US" sz="1200" kern="1200">
                <a:solidFill>
                  <a:prstClr val="black">
                    <a:tint val="75000"/>
                  </a:prstClr>
                </a:solidFill>
                <a:latin typeface="Calibri"/>
                <a:ea typeface="宋体"/>
                <a:cs typeface="+mn-cs"/>
              </a:rPr>
              <a:pPr algn="r" rtl="0"/>
              <a:t>‹#›</a:t>
            </a:fld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 rtl="0"/>
            <a:fld id="{DB794B8D-B7E1-419C-815C-0D781972157A}" type="datetimeFigureOut">
              <a:rPr lang="zh-CN" altLang="en-US" sz="1200" kern="1200">
                <a:solidFill>
                  <a:prstClr val="black">
                    <a:tint val="75000"/>
                  </a:prstClr>
                </a:solidFill>
                <a:latin typeface="Calibri"/>
                <a:ea typeface="宋体"/>
                <a:cs typeface="+mn-cs"/>
              </a:rPr>
              <a:pPr algn="l" rtl="0"/>
              <a:t>2013/6/21</a:t>
            </a:fld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rtl="0"/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0"/>
            <a:fld id="{D1D87EDC-7C84-43BD-A2C3-A6B69AE0D529}" type="slidenum">
              <a:rPr lang="zh-CN" altLang="en-US" sz="1200" kern="1200">
                <a:solidFill>
                  <a:prstClr val="black">
                    <a:tint val="75000"/>
                  </a:prstClr>
                </a:solidFill>
                <a:latin typeface="Calibri"/>
                <a:ea typeface="宋体"/>
                <a:cs typeface="+mn-cs"/>
              </a:rPr>
              <a:pPr algn="r" rtl="0"/>
              <a:t>‹#›</a:t>
            </a:fld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 rtl="0"/>
            <a:fld id="{DB794B8D-B7E1-419C-815C-0D781972157A}" type="datetimeFigureOut">
              <a:rPr lang="zh-CN" altLang="en-US" sz="1200" kern="1200">
                <a:solidFill>
                  <a:prstClr val="black">
                    <a:tint val="75000"/>
                  </a:prstClr>
                </a:solidFill>
                <a:latin typeface="Calibri"/>
                <a:ea typeface="宋体"/>
                <a:cs typeface="+mn-cs"/>
              </a:rPr>
              <a:pPr algn="l" rtl="0"/>
              <a:t>2013/6/21</a:t>
            </a:fld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rtl="0"/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0"/>
            <a:fld id="{D1D87EDC-7C84-43BD-A2C3-A6B69AE0D529}" type="slidenum">
              <a:rPr lang="zh-CN" altLang="en-US" sz="1200" kern="1200">
                <a:solidFill>
                  <a:prstClr val="black">
                    <a:tint val="75000"/>
                  </a:prstClr>
                </a:solidFill>
                <a:latin typeface="Calibri"/>
                <a:ea typeface="宋体"/>
                <a:cs typeface="+mn-cs"/>
              </a:rPr>
              <a:pPr algn="r" rtl="0"/>
              <a:t>‹#›</a:t>
            </a:fld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 rtl="0"/>
            <a:fld id="{DB794B8D-B7E1-419C-815C-0D781972157A}" type="datetimeFigureOut">
              <a:rPr lang="zh-CN" altLang="en-US" sz="1200" kern="1200">
                <a:solidFill>
                  <a:prstClr val="black">
                    <a:tint val="75000"/>
                  </a:prstClr>
                </a:solidFill>
                <a:latin typeface="Calibri"/>
                <a:ea typeface="宋体"/>
                <a:cs typeface="+mn-cs"/>
              </a:rPr>
              <a:pPr algn="l" rtl="0"/>
              <a:t>2013/6/21</a:t>
            </a:fld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rtl="0"/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0"/>
            <a:fld id="{D1D87EDC-7C84-43BD-A2C3-A6B69AE0D529}" type="slidenum">
              <a:rPr lang="zh-CN" altLang="en-US" sz="1200" kern="1200">
                <a:solidFill>
                  <a:prstClr val="black">
                    <a:tint val="75000"/>
                  </a:prstClr>
                </a:solidFill>
                <a:latin typeface="Calibri"/>
                <a:ea typeface="宋体"/>
                <a:cs typeface="+mn-cs"/>
              </a:rPr>
              <a:pPr algn="r" rtl="0"/>
              <a:t>‹#›</a:t>
            </a:fld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 rtl="0"/>
            <a:fld id="{DB794B8D-B7E1-419C-815C-0D781972157A}" type="datetimeFigureOut">
              <a:rPr lang="zh-CN" altLang="en-US" sz="1200" kern="1200">
                <a:solidFill>
                  <a:prstClr val="black">
                    <a:tint val="75000"/>
                  </a:prstClr>
                </a:solidFill>
                <a:latin typeface="Calibri"/>
                <a:ea typeface="宋体"/>
                <a:cs typeface="+mn-cs"/>
              </a:rPr>
              <a:pPr algn="l" rtl="0"/>
              <a:t>2013/6/21</a:t>
            </a:fld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rtl="0"/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0"/>
            <a:fld id="{D1D87EDC-7C84-43BD-A2C3-A6B69AE0D529}" type="slidenum">
              <a:rPr lang="zh-CN" altLang="en-US" sz="1200" kern="1200">
                <a:solidFill>
                  <a:prstClr val="black">
                    <a:tint val="75000"/>
                  </a:prstClr>
                </a:solidFill>
                <a:latin typeface="Calibri"/>
                <a:ea typeface="宋体"/>
                <a:cs typeface="+mn-cs"/>
              </a:rPr>
              <a:pPr algn="r" rtl="0"/>
              <a:t>‹#›</a:t>
            </a:fld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 rtl="0"/>
            <a:fld id="{DB794B8D-B7E1-419C-815C-0D781972157A}" type="datetimeFigureOut">
              <a:rPr lang="zh-CN" altLang="en-US" sz="1200" kern="1200">
                <a:solidFill>
                  <a:prstClr val="black">
                    <a:tint val="75000"/>
                  </a:prstClr>
                </a:solidFill>
                <a:latin typeface="Calibri"/>
                <a:ea typeface="宋体"/>
                <a:cs typeface="+mn-cs"/>
              </a:rPr>
              <a:pPr algn="l" rtl="0"/>
              <a:t>2013/6/21</a:t>
            </a:fld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rtl="0"/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0"/>
            <a:fld id="{D1D87EDC-7C84-43BD-A2C3-A6B69AE0D529}" type="slidenum">
              <a:rPr lang="zh-CN" altLang="en-US" sz="1200" kern="1200">
                <a:solidFill>
                  <a:prstClr val="black">
                    <a:tint val="75000"/>
                  </a:prstClr>
                </a:solidFill>
                <a:latin typeface="Calibri"/>
                <a:ea typeface="宋体"/>
                <a:cs typeface="+mn-cs"/>
              </a:rPr>
              <a:pPr algn="r" rtl="0"/>
              <a:t>‹#›</a:t>
            </a:fld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 rtl="0"/>
            <a:fld id="{DB794B8D-B7E1-419C-815C-0D781972157A}" type="datetimeFigureOut">
              <a:rPr lang="zh-CN" altLang="en-US" sz="1200" kern="1200">
                <a:solidFill>
                  <a:prstClr val="black">
                    <a:tint val="75000"/>
                  </a:prstClr>
                </a:solidFill>
                <a:latin typeface="Calibri"/>
                <a:ea typeface="宋体"/>
                <a:cs typeface="+mn-cs"/>
              </a:rPr>
              <a:pPr algn="l" rtl="0"/>
              <a:t>2013/6/21</a:t>
            </a:fld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rtl="0"/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0"/>
            <a:fld id="{D1D87EDC-7C84-43BD-A2C3-A6B69AE0D529}" type="slidenum">
              <a:rPr lang="zh-CN" altLang="en-US" sz="1200" kern="1200">
                <a:solidFill>
                  <a:prstClr val="black">
                    <a:tint val="75000"/>
                  </a:prstClr>
                </a:solidFill>
                <a:latin typeface="Calibri"/>
                <a:ea typeface="宋体"/>
                <a:cs typeface="+mn-cs"/>
              </a:rPr>
              <a:pPr algn="r" rtl="0"/>
              <a:t>‹#›</a:t>
            </a:fld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 rtl="0"/>
            <a:fld id="{DB794B8D-B7E1-419C-815C-0D781972157A}" type="datetimeFigureOut">
              <a:rPr lang="zh-CN" altLang="en-US" sz="1200" kern="1200">
                <a:solidFill>
                  <a:prstClr val="black">
                    <a:tint val="75000"/>
                  </a:prstClr>
                </a:solidFill>
                <a:latin typeface="Calibri"/>
                <a:ea typeface="宋体"/>
                <a:cs typeface="+mn-cs"/>
              </a:rPr>
              <a:pPr algn="l" rtl="0"/>
              <a:t>2013/6/21</a:t>
            </a:fld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rtl="0"/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0"/>
            <a:fld id="{D1D87EDC-7C84-43BD-A2C3-A6B69AE0D529}" type="slidenum">
              <a:rPr lang="zh-CN" altLang="en-US" sz="1200" kern="1200">
                <a:solidFill>
                  <a:prstClr val="black">
                    <a:tint val="75000"/>
                  </a:prstClr>
                </a:solidFill>
                <a:latin typeface="Calibri"/>
                <a:ea typeface="宋体"/>
                <a:cs typeface="+mn-cs"/>
              </a:rPr>
              <a:pPr algn="r" rtl="0"/>
              <a:t>‹#›</a:t>
            </a:fld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 rtl="0"/>
            <a:fld id="{DB794B8D-B7E1-419C-815C-0D781972157A}" type="datetimeFigureOut">
              <a:rPr lang="zh-CN" altLang="en-US" sz="1200" kern="1200">
                <a:solidFill>
                  <a:prstClr val="black">
                    <a:tint val="75000"/>
                  </a:prstClr>
                </a:solidFill>
                <a:latin typeface="Calibri"/>
                <a:ea typeface="宋体"/>
                <a:cs typeface="+mn-cs"/>
              </a:rPr>
              <a:pPr algn="l" rtl="0"/>
              <a:t>2013/6/21</a:t>
            </a:fld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rtl="0"/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0"/>
            <a:fld id="{D1D87EDC-7C84-43BD-A2C3-A6B69AE0D529}" type="slidenum">
              <a:rPr lang="zh-CN" altLang="en-US" sz="1200" kern="1200">
                <a:solidFill>
                  <a:prstClr val="black">
                    <a:tint val="75000"/>
                  </a:prstClr>
                </a:solidFill>
                <a:latin typeface="Calibri"/>
                <a:ea typeface="宋体"/>
                <a:cs typeface="+mn-cs"/>
              </a:rPr>
              <a:pPr algn="r" rtl="0"/>
              <a:t>‹#›</a:t>
            </a:fld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 rtl="0"/>
            <a:fld id="{DB794B8D-B7E1-419C-815C-0D781972157A}" type="datetimeFigureOut">
              <a:rPr lang="zh-CN" altLang="en-US" sz="1200" kern="1200">
                <a:solidFill>
                  <a:prstClr val="black">
                    <a:tint val="75000"/>
                  </a:prstClr>
                </a:solidFill>
                <a:latin typeface="Calibri"/>
                <a:ea typeface="宋体"/>
                <a:cs typeface="+mn-cs"/>
              </a:rPr>
              <a:pPr algn="l" rtl="0"/>
              <a:t>2013/6/21</a:t>
            </a:fld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rtl="0"/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0"/>
            <a:fld id="{D1D87EDC-7C84-43BD-A2C3-A6B69AE0D529}" type="slidenum">
              <a:rPr lang="zh-CN" altLang="en-US" sz="1200" kern="1200">
                <a:solidFill>
                  <a:prstClr val="black">
                    <a:tint val="75000"/>
                  </a:prstClr>
                </a:solidFill>
                <a:latin typeface="Calibri"/>
                <a:ea typeface="宋体"/>
                <a:cs typeface="+mn-cs"/>
              </a:rPr>
              <a:pPr algn="r" rtl="0"/>
              <a:t>‹#›</a:t>
            </a:fld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 rtl="0"/>
            <a:fld id="{DB794B8D-B7E1-419C-815C-0D781972157A}" type="datetimeFigureOut">
              <a:rPr lang="zh-CN" altLang="en-US" sz="1200" kern="1200">
                <a:solidFill>
                  <a:prstClr val="black">
                    <a:tint val="75000"/>
                  </a:prstClr>
                </a:solidFill>
                <a:latin typeface="Calibri"/>
                <a:ea typeface="宋体"/>
                <a:cs typeface="+mn-cs"/>
              </a:rPr>
              <a:pPr algn="l" rtl="0"/>
              <a:t>2013/6/21</a:t>
            </a:fld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 rtl="0"/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0"/>
            <a:fld id="{D1D87EDC-7C84-43BD-A2C3-A6B69AE0D529}" type="slidenum">
              <a:rPr lang="zh-CN" altLang="en-US" sz="1200" kern="1200">
                <a:solidFill>
                  <a:prstClr val="black">
                    <a:tint val="75000"/>
                  </a:prstClr>
                </a:solidFill>
                <a:latin typeface="Calibri"/>
                <a:ea typeface="宋体"/>
                <a:cs typeface="+mn-cs"/>
              </a:rPr>
              <a:pPr algn="r" rtl="0"/>
              <a:t>‹#›</a:t>
            </a:fld>
            <a:endParaRPr lang="zh-CN" altLang="en-US" sz="1200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C9B81F-C347-4BEF-BFDF-29C42F48304A}" type="datetimeFigureOut">
              <a:rPr lang="en-US" smtClean="0"/>
              <a:pPr/>
              <a:t>6/21/2013</a:t>
            </a:fld>
            <a:endParaRPr lang="en-US" dirty="0">
              <a:solidFill>
                <a:schemeClr val="tx2">
                  <a:shade val="90000"/>
                </a:scheme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l" eaLnBrk="1" latinLnBrk="0" hangingPunct="1"/>
            <a:endParaRPr kumimoji="0" lang="en-US" dirty="0">
              <a:solidFill>
                <a:schemeClr val="tx2">
                  <a:shade val="90000"/>
                </a:schemeClr>
              </a:solidFill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 dirty="0">
              <a:solidFill>
                <a:schemeClr val="tx2">
                  <a:shade val="90000"/>
                </a:scheme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DB794B8D-B7E1-419C-815C-0D781972157A}" type="datetimeFigureOut">
              <a:rPr lang="zh-CN" altLang="en-US" kern="1200" smtClean="0">
                <a:solidFill>
                  <a:prstClr val="black">
                    <a:tint val="75000"/>
                  </a:prstClr>
                </a:solidFill>
                <a:latin typeface="Calibri"/>
                <a:ea typeface="宋体"/>
                <a:cs typeface="+mn-cs"/>
              </a:rPr>
              <a:pPr rtl="0"/>
              <a:t>2013/6/21</a:t>
            </a:fld>
            <a:endParaRPr lang="zh-CN" altLang="en-US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zh-CN" altLang="en-US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D1D87EDC-7C84-43BD-A2C3-A6B69AE0D529}" type="slidenum">
              <a:rPr lang="zh-CN" altLang="en-US" kern="1200" smtClean="0">
                <a:solidFill>
                  <a:prstClr val="black">
                    <a:tint val="75000"/>
                  </a:prstClr>
                </a:solidFill>
                <a:latin typeface="Calibri"/>
                <a:ea typeface="宋体"/>
                <a:cs typeface="+mn-cs"/>
              </a:rPr>
              <a:pPr rtl="0"/>
              <a:t>‹#›</a:t>
            </a:fld>
            <a:endParaRPr lang="zh-CN" altLang="en-US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DB794B8D-B7E1-419C-815C-0D781972157A}" type="datetimeFigureOut">
              <a:rPr lang="zh-CN" altLang="en-US" kern="1200" smtClean="0">
                <a:solidFill>
                  <a:prstClr val="black">
                    <a:tint val="75000"/>
                  </a:prstClr>
                </a:solidFill>
                <a:latin typeface="Calibri"/>
                <a:ea typeface="宋体"/>
                <a:cs typeface="+mn-cs"/>
              </a:rPr>
              <a:pPr rtl="0"/>
              <a:t>2013/6/21</a:t>
            </a:fld>
            <a:endParaRPr lang="zh-CN" altLang="en-US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zh-CN" altLang="en-US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D1D87EDC-7C84-43BD-A2C3-A6B69AE0D529}" type="slidenum">
              <a:rPr lang="zh-CN" altLang="en-US" kern="1200" smtClean="0">
                <a:solidFill>
                  <a:prstClr val="black">
                    <a:tint val="75000"/>
                  </a:prstClr>
                </a:solidFill>
                <a:latin typeface="Calibri"/>
                <a:ea typeface="宋体"/>
                <a:cs typeface="+mn-cs"/>
              </a:rPr>
              <a:pPr rtl="0"/>
              <a:t>‹#›</a:t>
            </a:fld>
            <a:endParaRPr lang="zh-CN" altLang="en-US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DB794B8D-B7E1-419C-815C-0D781972157A}" type="datetimeFigureOut">
              <a:rPr lang="zh-CN" altLang="en-US" kern="1200" smtClean="0">
                <a:solidFill>
                  <a:prstClr val="black">
                    <a:tint val="75000"/>
                  </a:prstClr>
                </a:solidFill>
                <a:latin typeface="Calibri"/>
                <a:ea typeface="宋体"/>
                <a:cs typeface="+mn-cs"/>
              </a:rPr>
              <a:pPr rtl="0"/>
              <a:t>2013/6/21</a:t>
            </a:fld>
            <a:endParaRPr lang="zh-CN" altLang="en-US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zh-CN" altLang="en-US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D1D87EDC-7C84-43BD-A2C3-A6B69AE0D529}" type="slidenum">
              <a:rPr lang="zh-CN" altLang="en-US" kern="1200" smtClean="0">
                <a:solidFill>
                  <a:prstClr val="black">
                    <a:tint val="75000"/>
                  </a:prstClr>
                </a:solidFill>
                <a:latin typeface="Calibri"/>
                <a:ea typeface="宋体"/>
                <a:cs typeface="+mn-cs"/>
              </a:rPr>
              <a:pPr rtl="0"/>
              <a:t>‹#›</a:t>
            </a:fld>
            <a:endParaRPr lang="zh-CN" altLang="en-US" kern="1200">
              <a:solidFill>
                <a:prstClr val="black">
                  <a:tint val="75000"/>
                </a:prstClr>
              </a:solidFill>
              <a:latin typeface="Calibri"/>
              <a:ea typeface="宋体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411760" y="2924944"/>
            <a:ext cx="583264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 smtClean="0"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</a:rPr>
              <a:t>《</a:t>
            </a:r>
            <a:r>
              <a:rPr lang="zh-CN" altLang="en-US" sz="4000" dirty="0" smtClean="0"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</a:rPr>
              <a:t>光明纪元</a:t>
            </a:r>
            <a:r>
              <a:rPr lang="en-US" altLang="zh-CN" sz="4000" dirty="0" smtClean="0"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</a:rPr>
              <a:t>》</a:t>
            </a:r>
          </a:p>
          <a:p>
            <a:r>
              <a:rPr lang="en-US" altLang="zh-CN" sz="4000" dirty="0" smtClean="0"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</a:rPr>
              <a:t>       </a:t>
            </a:r>
            <a:r>
              <a:rPr lang="zh-CN" altLang="en-US" sz="4000" dirty="0" smtClean="0"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</a:rPr>
              <a:t>客户端技术构架概述</a:t>
            </a:r>
            <a:endParaRPr lang="zh-CN" altLang="en-US" sz="4000" kern="1200" dirty="0">
              <a:solidFill>
                <a:prstClr val="white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4740" y="6608385"/>
            <a:ext cx="216024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0"/>
            <a:r>
              <a:rPr lang="en-US" altLang="zh-CN" sz="1200" dirty="0" err="1" smtClean="0">
                <a:solidFill>
                  <a:srgbClr val="C00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</a:rPr>
              <a:t>Oscar.</a:t>
            </a:r>
            <a:r>
              <a:rPr lang="en-US" altLang="zh-CN" sz="1200" dirty="0" err="1" smtClean="0">
                <a:solidFill>
                  <a:srgbClr val="FFC00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</a:rPr>
              <a:t>Ken</a:t>
            </a:r>
            <a:endParaRPr lang="zh-CN" altLang="en-US" sz="1200" kern="1200" dirty="0">
              <a:solidFill>
                <a:srgbClr val="FFC00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899592" y="188640"/>
            <a:ext cx="12105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rtl="0"/>
            <a:r>
              <a:rPr lang="zh-CN" altLang="en-US" sz="4000" kern="1200" dirty="0" smtClean="0"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  <a:cs typeface="+mn-cs"/>
              </a:rPr>
              <a:t>目录</a:t>
            </a:r>
            <a:endParaRPr lang="zh-CN" altLang="en-US" sz="4000" kern="1200" dirty="0">
              <a:solidFill>
                <a:prstClr val="white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软雅黑" pitchFamily="34" charset="-122"/>
              <a:ea typeface="微软雅黑" pitchFamily="34" charset="-122"/>
              <a:cs typeface="+mn-cs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123728" y="836712"/>
            <a:ext cx="6048672" cy="5542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ts val="2460"/>
              </a:lnSpc>
              <a:buFont typeface="+mj-lt"/>
              <a:buAutoNum type="arabicPeriod"/>
            </a:pPr>
            <a:r>
              <a:rPr lang="zh-CN" altLang="en-US" dirty="0" smtClean="0"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</a:rPr>
              <a:t>整体结构</a:t>
            </a:r>
            <a:endParaRPr lang="en-US" altLang="zh-CN" dirty="0" smtClean="0">
              <a:solidFill>
                <a:prstClr val="white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 marL="914400" lvl="1" indent="-457200">
              <a:lnSpc>
                <a:spcPts val="2460"/>
              </a:lnSpc>
              <a:buFont typeface="Wingdings" pitchFamily="2" charset="2"/>
              <a:buChar char="l"/>
            </a:pPr>
            <a:r>
              <a:rPr lang="zh-CN" altLang="en-US" dirty="0" smtClean="0"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</a:rPr>
              <a:t>核心类层次结构</a:t>
            </a:r>
            <a:endParaRPr lang="en-US" altLang="zh-CN" dirty="0" smtClean="0">
              <a:solidFill>
                <a:prstClr val="white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 marL="914400" lvl="1" indent="-457200">
              <a:lnSpc>
                <a:spcPts val="2460"/>
              </a:lnSpc>
              <a:buFont typeface="Wingdings" pitchFamily="2" charset="2"/>
              <a:buChar char="l"/>
            </a:pPr>
            <a:r>
              <a:rPr lang="en-US" altLang="zh-CN" dirty="0" smtClean="0"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</a:rPr>
              <a:t>Kismet</a:t>
            </a:r>
            <a:r>
              <a:rPr lang="zh-CN" altLang="en-US" dirty="0" smtClean="0"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</a:rPr>
              <a:t>及扩展</a:t>
            </a:r>
            <a:endParaRPr lang="en-US" altLang="zh-CN" dirty="0" smtClean="0">
              <a:solidFill>
                <a:prstClr val="white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 marL="457200" indent="-457200">
              <a:lnSpc>
                <a:spcPts val="2460"/>
              </a:lnSpc>
              <a:buFont typeface="+mj-lt"/>
              <a:buAutoNum type="arabicPeriod"/>
            </a:pPr>
            <a:r>
              <a:rPr lang="zh-CN" altLang="en-US" dirty="0" smtClean="0"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</a:rPr>
              <a:t>渲染</a:t>
            </a:r>
            <a:endParaRPr lang="en-US" altLang="zh-CN" dirty="0" smtClean="0">
              <a:solidFill>
                <a:prstClr val="white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 marL="914400" lvl="1" indent="-457200">
              <a:lnSpc>
                <a:spcPts val="2460"/>
              </a:lnSpc>
              <a:buFont typeface="Wingdings" pitchFamily="2" charset="2"/>
              <a:buChar char="l"/>
            </a:pPr>
            <a:r>
              <a:rPr lang="zh-CN" altLang="en-US" dirty="0" smtClean="0"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</a:rPr>
              <a:t>材质</a:t>
            </a:r>
            <a:endParaRPr lang="en-US" altLang="zh-CN" dirty="0" smtClean="0">
              <a:solidFill>
                <a:prstClr val="white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 marL="914400" lvl="1" indent="-457200">
              <a:lnSpc>
                <a:spcPts val="2460"/>
              </a:lnSpc>
              <a:buFont typeface="Wingdings" pitchFamily="2" charset="2"/>
              <a:buChar char="l"/>
            </a:pPr>
            <a:r>
              <a:rPr lang="zh-CN" altLang="en-US" dirty="0" smtClean="0"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</a:rPr>
              <a:t>动画</a:t>
            </a:r>
            <a:endParaRPr lang="en-US" altLang="zh-CN" dirty="0" smtClean="0">
              <a:solidFill>
                <a:prstClr val="white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 marL="914400" lvl="1" indent="-457200">
              <a:lnSpc>
                <a:spcPts val="2460"/>
              </a:lnSpc>
              <a:buFont typeface="Wingdings" pitchFamily="2" charset="2"/>
              <a:buChar char="l"/>
            </a:pPr>
            <a:r>
              <a:rPr lang="zh-CN" altLang="en-US" dirty="0" smtClean="0"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</a:rPr>
              <a:t>特效</a:t>
            </a:r>
            <a:endParaRPr lang="en-US" altLang="zh-CN" dirty="0" smtClean="0">
              <a:solidFill>
                <a:prstClr val="white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 marL="914400" lvl="1" indent="-457200">
              <a:lnSpc>
                <a:spcPts val="2460"/>
              </a:lnSpc>
              <a:buFont typeface="Wingdings" pitchFamily="2" charset="2"/>
              <a:buChar char="l"/>
            </a:pPr>
            <a:r>
              <a:rPr lang="en-US" altLang="zh-CN" dirty="0" smtClean="0"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</a:rPr>
              <a:t>UI</a:t>
            </a:r>
          </a:p>
          <a:p>
            <a:pPr marL="914400" lvl="1" indent="-457200">
              <a:lnSpc>
                <a:spcPts val="2460"/>
              </a:lnSpc>
              <a:buFont typeface="Wingdings" pitchFamily="2" charset="2"/>
              <a:buChar char="l"/>
            </a:pPr>
            <a:r>
              <a:rPr lang="zh-CN" altLang="en-US" dirty="0" smtClean="0"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</a:rPr>
              <a:t>换装系统</a:t>
            </a:r>
            <a:endParaRPr lang="en-US" altLang="zh-CN" dirty="0" smtClean="0">
              <a:solidFill>
                <a:prstClr val="white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 marL="457200" indent="-457200">
              <a:lnSpc>
                <a:spcPts val="2460"/>
              </a:lnSpc>
              <a:buFont typeface="+mj-lt"/>
              <a:buAutoNum type="arabicPeriod"/>
            </a:pPr>
            <a:r>
              <a:rPr lang="zh-CN" altLang="en-US" dirty="0" smtClean="0"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</a:rPr>
              <a:t>场景交互</a:t>
            </a:r>
            <a:endParaRPr lang="en-US" altLang="zh-CN" dirty="0" smtClean="0">
              <a:solidFill>
                <a:prstClr val="white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 marL="457200" indent="-457200">
              <a:lnSpc>
                <a:spcPts val="2460"/>
              </a:lnSpc>
              <a:buFont typeface="+mj-lt"/>
              <a:buAutoNum type="arabicPeriod"/>
            </a:pPr>
            <a:r>
              <a:rPr lang="zh-CN" altLang="en-US" dirty="0" smtClean="0"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</a:rPr>
              <a:t>战斗技能系统</a:t>
            </a:r>
            <a:endParaRPr lang="en-US" altLang="zh-CN" dirty="0" smtClean="0">
              <a:solidFill>
                <a:prstClr val="white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 marL="457200" indent="-457200">
              <a:lnSpc>
                <a:spcPts val="2460"/>
              </a:lnSpc>
              <a:buFont typeface="+mj-lt"/>
              <a:buAutoNum type="arabicPeriod"/>
            </a:pPr>
            <a:r>
              <a:rPr lang="en-US" altLang="zh-CN" dirty="0" smtClean="0"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</a:rPr>
              <a:t>NPC AI</a:t>
            </a:r>
          </a:p>
          <a:p>
            <a:pPr marL="457200" indent="-457200">
              <a:lnSpc>
                <a:spcPts val="2460"/>
              </a:lnSpc>
              <a:buFont typeface="+mj-lt"/>
              <a:buAutoNum type="arabicPeriod"/>
            </a:pPr>
            <a:r>
              <a:rPr lang="en-US" altLang="zh-CN" dirty="0" smtClean="0"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</a:rPr>
              <a:t>PHYSX</a:t>
            </a:r>
            <a:r>
              <a:rPr lang="zh-CN" altLang="en-US" dirty="0" smtClean="0"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</a:rPr>
              <a:t>物理系统应用</a:t>
            </a:r>
            <a:endParaRPr lang="en-US" altLang="zh-CN" dirty="0" smtClean="0">
              <a:solidFill>
                <a:prstClr val="white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 marL="914400" lvl="1" indent="-457200">
              <a:lnSpc>
                <a:spcPts val="2460"/>
              </a:lnSpc>
              <a:buFont typeface="Wingdings" pitchFamily="2" charset="2"/>
              <a:buChar char="l"/>
            </a:pPr>
            <a:r>
              <a:rPr lang="zh-CN" altLang="en-US" dirty="0" smtClean="0"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</a:rPr>
              <a:t>可破坏物体</a:t>
            </a:r>
            <a:endParaRPr lang="en-US" altLang="zh-CN" dirty="0" smtClean="0">
              <a:solidFill>
                <a:prstClr val="white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 marL="914400" lvl="1" indent="-457200">
              <a:lnSpc>
                <a:spcPts val="2460"/>
              </a:lnSpc>
              <a:buFont typeface="Wingdings" pitchFamily="2" charset="2"/>
              <a:buChar char="l"/>
            </a:pPr>
            <a:r>
              <a:rPr lang="zh-CN" altLang="en-US" dirty="0" smtClean="0"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</a:rPr>
              <a:t>布料</a:t>
            </a:r>
            <a:endParaRPr lang="en-US" altLang="zh-CN" dirty="0" smtClean="0">
              <a:solidFill>
                <a:prstClr val="white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 marL="457200" indent="-457200">
              <a:lnSpc>
                <a:spcPts val="2460"/>
              </a:lnSpc>
              <a:buFont typeface="+mj-lt"/>
              <a:buAutoNum type="arabicPeriod"/>
            </a:pPr>
            <a:r>
              <a:rPr lang="zh-CN" altLang="en-US" dirty="0" smtClean="0"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</a:rPr>
              <a:t>渲染性能优化（</a:t>
            </a:r>
            <a:r>
              <a:rPr lang="en-US" altLang="zh-CN" dirty="0" smtClean="0"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</a:rPr>
              <a:t>LOD</a:t>
            </a:r>
            <a:r>
              <a:rPr lang="zh-CN" altLang="en-US" dirty="0" smtClean="0">
                <a:solidFill>
                  <a:prstClr val="white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</a:rPr>
              <a:t>）</a:t>
            </a:r>
            <a:endParaRPr lang="en-US" altLang="zh-CN" dirty="0" smtClean="0">
              <a:solidFill>
                <a:prstClr val="white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软雅黑" pitchFamily="34" charset="-122"/>
              <a:ea typeface="微软雅黑" pitchFamily="34" charset="-122"/>
            </a:endParaRPr>
          </a:p>
          <a:p>
            <a:pPr marL="457200" indent="-457200">
              <a:lnSpc>
                <a:spcPts val="2460"/>
              </a:lnSpc>
              <a:buFont typeface="+mj-lt"/>
              <a:buAutoNum type="arabicPeriod"/>
            </a:pPr>
            <a:endParaRPr lang="en-US" altLang="zh-CN" dirty="0" smtClean="0">
              <a:solidFill>
                <a:prstClr val="white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0" y="0"/>
            <a:ext cx="8748464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marL="0" lvl="1"/>
            <a:r>
              <a:rPr lang="zh-CN" altLang="en-US" sz="2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整体结构</a:t>
            </a:r>
            <a:r>
              <a:rPr lang="en-US" altLang="zh-CN" sz="2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2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核心类层次结构</a:t>
            </a:r>
          </a:p>
        </p:txBody>
      </p:sp>
      <p:pic>
        <p:nvPicPr>
          <p:cNvPr id="14" name="图片 13" descr="U3_MMO_new.gif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2000" y="980728"/>
            <a:ext cx="4188503" cy="5544616"/>
          </a:xfrm>
          <a:prstGeom prst="rect">
            <a:avLst/>
          </a:prstGeom>
          <a:ln w="38100" cap="sq">
            <a:solidFill>
              <a:schemeClr val="tx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5" name="TextBox 14"/>
          <p:cNvSpPr txBox="1"/>
          <p:nvPr/>
        </p:nvSpPr>
        <p:spPr>
          <a:xfrm>
            <a:off x="214282" y="3143248"/>
            <a:ext cx="4032448" cy="61369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充分利用</a:t>
            </a:r>
            <a:r>
              <a:rPr lang="en-US" altLang="zh-CN" sz="1200" dirty="0" smtClean="0">
                <a:latin typeface="微软雅黑" pitchFamily="34" charset="-122"/>
                <a:ea typeface="微软雅黑" pitchFamily="34" charset="-122"/>
              </a:rPr>
              <a:t>UDK</a:t>
            </a: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的核心框架类，并在此基础上建立基础的角色控制层次，并实现换装、</a:t>
            </a:r>
            <a:r>
              <a:rPr lang="en-US" altLang="zh-CN" sz="1200" dirty="0" smtClean="0">
                <a:latin typeface="微软雅黑" pitchFamily="34" charset="-122"/>
                <a:ea typeface="微软雅黑" pitchFamily="34" charset="-122"/>
              </a:rPr>
              <a:t>AI</a:t>
            </a: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、技能的配置管理接口。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0" y="0"/>
            <a:ext cx="8748464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marL="0" lvl="1"/>
            <a:r>
              <a:rPr lang="zh-CN" altLang="en-US" sz="2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整体结构</a:t>
            </a:r>
            <a:r>
              <a:rPr lang="en-US" altLang="zh-CN" sz="2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——Kismet</a:t>
            </a:r>
            <a:r>
              <a:rPr lang="zh-CN" altLang="en-US" sz="2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及扩展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7158" y="2285992"/>
            <a:ext cx="4608512" cy="2308324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dirty="0" smtClean="0">
                <a:latin typeface="微软雅黑" pitchFamily="34" charset="-122"/>
                <a:ea typeface="微软雅黑" pitchFamily="34" charset="-122"/>
              </a:rPr>
              <a:t>Kismet</a:t>
            </a: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用于实现复杂的逻辑控制流程，以事件为基础进行控制。</a:t>
            </a:r>
            <a:endParaRPr lang="en-US" altLang="zh-CN" sz="12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如部分需要情节演绎，并进行交互控制触发的内容。</a:t>
            </a:r>
            <a:endParaRPr lang="en-US" altLang="zh-CN" sz="12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2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扩展方式上，以组件形式实现各个功能，并通过</a:t>
            </a:r>
            <a:r>
              <a:rPr lang="en-US" altLang="zh-CN" sz="1200" dirty="0" smtClean="0">
                <a:latin typeface="微软雅黑" pitchFamily="34" charset="-122"/>
                <a:ea typeface="微软雅黑" pitchFamily="34" charset="-122"/>
              </a:rPr>
              <a:t>Kismet</a:t>
            </a: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控制流程连接起来完成最终功能。</a:t>
            </a:r>
            <a:endParaRPr lang="en-US" altLang="zh-CN" sz="12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2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部分</a:t>
            </a:r>
            <a:r>
              <a:rPr lang="en-US" altLang="zh-CN" sz="1200" dirty="0" smtClean="0">
                <a:latin typeface="微软雅黑" pitchFamily="34" charset="-122"/>
                <a:ea typeface="微软雅黑" pitchFamily="34" charset="-122"/>
              </a:rPr>
              <a:t>Kismet Action</a:t>
            </a: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会被实现会发送网络协议给服务器进行确认，然后等待服务器协议继续进行后面的逻辑。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5" name="图片 4" descr="Kismet.png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92080" y="908720"/>
            <a:ext cx="3456384" cy="5542449"/>
          </a:xfrm>
          <a:prstGeom prst="rect">
            <a:avLst/>
          </a:prstGeom>
          <a:ln w="38100" cap="sq">
            <a:solidFill>
              <a:schemeClr val="tx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ransition spd="med">
    <p:dissolv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0" y="0"/>
            <a:ext cx="8748464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marL="0" lvl="1"/>
            <a:r>
              <a:rPr lang="zh-CN" altLang="en-US" sz="2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整体结构</a:t>
            </a:r>
            <a:r>
              <a:rPr lang="en-US" altLang="zh-CN" sz="2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——Kismet</a:t>
            </a:r>
            <a:r>
              <a:rPr lang="zh-CN" altLang="en-US" sz="2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编辑器</a:t>
            </a: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0034" y="1142984"/>
            <a:ext cx="8381973" cy="471486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2857488" y="6215082"/>
            <a:ext cx="3714776" cy="33669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利用</a:t>
            </a:r>
            <a:r>
              <a:rPr lang="en-US" altLang="zh-CN" sz="1200" dirty="0" smtClean="0">
                <a:latin typeface="微软雅黑" pitchFamily="34" charset="-122"/>
                <a:ea typeface="微软雅黑" pitchFamily="34" charset="-122"/>
              </a:rPr>
              <a:t>Kismet</a:t>
            </a: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实现的</a:t>
            </a:r>
            <a:r>
              <a:rPr lang="en-US" altLang="zh-CN" sz="1200" dirty="0" smtClean="0">
                <a:latin typeface="微软雅黑" pitchFamily="34" charset="-122"/>
                <a:ea typeface="微软雅黑" pitchFamily="34" charset="-122"/>
              </a:rPr>
              <a:t>BOSS</a:t>
            </a: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出场交互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0" y="0"/>
            <a:ext cx="8748464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marL="0" lvl="1"/>
            <a:r>
              <a:rPr lang="zh-CN" altLang="en-US" sz="2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渲染</a:t>
            </a:r>
            <a:r>
              <a:rPr lang="en-US" altLang="zh-CN" sz="2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2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材质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5786" y="4786322"/>
            <a:ext cx="7858180" cy="9233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dirty="0" smtClean="0">
                <a:latin typeface="微软雅黑" pitchFamily="34" charset="-122"/>
                <a:ea typeface="微软雅黑" pitchFamily="34" charset="-122"/>
              </a:rPr>
              <a:t>Unreal</a:t>
            </a: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的材质系统主要为可视化的树状</a:t>
            </a:r>
            <a:r>
              <a:rPr lang="en-US" altLang="zh-CN" sz="1200" dirty="0" err="1" smtClean="0">
                <a:latin typeface="微软雅黑" pitchFamily="34" charset="-122"/>
                <a:ea typeface="微软雅黑" pitchFamily="34" charset="-122"/>
              </a:rPr>
              <a:t>Shader</a:t>
            </a: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编辑器，支持</a:t>
            </a:r>
            <a:r>
              <a:rPr lang="en-US" altLang="zh-CN" sz="1200" dirty="0" err="1" smtClean="0">
                <a:latin typeface="微软雅黑" pitchFamily="34" charset="-122"/>
                <a:ea typeface="微软雅黑" pitchFamily="34" charset="-122"/>
              </a:rPr>
              <a:t>VertexShader</a:t>
            </a: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、</a:t>
            </a:r>
            <a:r>
              <a:rPr lang="en-US" altLang="zh-CN" sz="1200" dirty="0" err="1" smtClean="0">
                <a:latin typeface="微软雅黑" pitchFamily="34" charset="-122"/>
                <a:ea typeface="微软雅黑" pitchFamily="34" charset="-122"/>
              </a:rPr>
              <a:t>PixelShader</a:t>
            </a: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，并内建大量动态参数。</a:t>
            </a:r>
            <a:endParaRPr lang="en-US" altLang="zh-CN" sz="12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2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通过建立统一的材质模板，并根据需求实例化模板，实现材质的复用及参数统一化。提升运行性能，节省存储空间。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428596" y="2071678"/>
            <a:ext cx="1428760" cy="142876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Material (Template)</a:t>
            </a:r>
            <a:endParaRPr lang="zh-CN" altLang="en-US" dirty="0"/>
          </a:p>
        </p:txBody>
      </p:sp>
      <p:sp>
        <p:nvSpPr>
          <p:cNvPr id="5" name="圆角矩形 4"/>
          <p:cNvSpPr/>
          <p:nvPr/>
        </p:nvSpPr>
        <p:spPr>
          <a:xfrm>
            <a:off x="2643174" y="1785926"/>
            <a:ext cx="3143272" cy="71438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Material Instance Const</a:t>
            </a:r>
            <a:endParaRPr lang="zh-CN" altLang="en-US" dirty="0"/>
          </a:p>
        </p:txBody>
      </p:sp>
      <p:sp>
        <p:nvSpPr>
          <p:cNvPr id="6" name="圆角矩形 5"/>
          <p:cNvSpPr/>
          <p:nvPr/>
        </p:nvSpPr>
        <p:spPr>
          <a:xfrm>
            <a:off x="2643174" y="3000372"/>
            <a:ext cx="3214710" cy="71438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Material Instance Time Varying</a:t>
            </a:r>
            <a:endParaRPr lang="zh-CN" altLang="en-US" dirty="0"/>
          </a:p>
        </p:txBody>
      </p:sp>
      <p:sp>
        <p:nvSpPr>
          <p:cNvPr id="7" name="左箭头 6"/>
          <p:cNvSpPr/>
          <p:nvPr/>
        </p:nvSpPr>
        <p:spPr>
          <a:xfrm>
            <a:off x="2000232" y="2500306"/>
            <a:ext cx="500066" cy="500066"/>
          </a:xfrm>
          <a:prstGeom prst="left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6143636" y="1714488"/>
            <a:ext cx="2714644" cy="2071702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Scalar Parameter</a:t>
            </a:r>
          </a:p>
          <a:p>
            <a:pPr algn="ctr"/>
            <a:r>
              <a:rPr lang="en-US" altLang="zh-CN" dirty="0" smtClean="0"/>
              <a:t>Vector Parameter</a:t>
            </a:r>
          </a:p>
          <a:p>
            <a:pPr algn="ctr"/>
            <a:r>
              <a:rPr lang="en-US" altLang="zh-CN" dirty="0" smtClean="0"/>
              <a:t>Texture Parameter</a:t>
            </a:r>
          </a:p>
          <a:p>
            <a:pPr algn="ctr"/>
            <a:r>
              <a:rPr lang="en-US" altLang="zh-CN" dirty="0" smtClean="0"/>
              <a:t>Static Switch Parameter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357158" y="1000108"/>
            <a:ext cx="1571636" cy="50006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模板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500430" y="1000108"/>
            <a:ext cx="1571636" cy="50006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实例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6715140" y="1000108"/>
            <a:ext cx="1571636" cy="50006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 smtClean="0">
                <a:latin typeface="微软雅黑" pitchFamily="34" charset="-122"/>
                <a:ea typeface="微软雅黑" pitchFamily="34" charset="-122"/>
              </a:rPr>
              <a:t>参数</a:t>
            </a:r>
            <a:endParaRPr lang="zh-CN" altLang="en-US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0" y="0"/>
            <a:ext cx="8748464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marL="0" lvl="1"/>
            <a:r>
              <a:rPr lang="zh-CN" altLang="en-US" sz="2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渲染</a:t>
            </a:r>
            <a:r>
              <a:rPr lang="en-US" altLang="zh-CN" sz="2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2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材质编辑器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28596" y="1071546"/>
            <a:ext cx="5000628" cy="281285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214942" y="4214818"/>
            <a:ext cx="3153368" cy="231931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1" name="TextBox 10"/>
          <p:cNvSpPr txBox="1"/>
          <p:nvPr/>
        </p:nvSpPr>
        <p:spPr>
          <a:xfrm>
            <a:off x="7000892" y="2130974"/>
            <a:ext cx="1428760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材质编辑器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214546" y="5214950"/>
            <a:ext cx="1714512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材质实例编辑器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6" name="左箭头 15"/>
          <p:cNvSpPr/>
          <p:nvPr/>
        </p:nvSpPr>
        <p:spPr>
          <a:xfrm rot="10800000">
            <a:off x="4214810" y="5286388"/>
            <a:ext cx="714380" cy="214314"/>
          </a:xfrm>
          <a:prstGeom prst="leftArrow">
            <a:avLst>
              <a:gd name="adj1" fmla="val 50000"/>
              <a:gd name="adj2" fmla="val 172468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左箭头 16"/>
          <p:cNvSpPr/>
          <p:nvPr/>
        </p:nvSpPr>
        <p:spPr>
          <a:xfrm>
            <a:off x="5929322" y="2214554"/>
            <a:ext cx="714380" cy="214314"/>
          </a:xfrm>
          <a:prstGeom prst="leftArrow">
            <a:avLst>
              <a:gd name="adj1" fmla="val 50000"/>
              <a:gd name="adj2" fmla="val 172468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0" y="0"/>
            <a:ext cx="8748464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marL="0" lvl="1"/>
            <a:r>
              <a:rPr lang="zh-CN" altLang="en-US" sz="2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渲染</a:t>
            </a:r>
            <a:r>
              <a:rPr lang="en-US" altLang="zh-CN" sz="2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2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动画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28662" y="1000108"/>
            <a:ext cx="7318341" cy="411656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1643042" y="5429264"/>
            <a:ext cx="6072230" cy="9233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200" dirty="0" smtClean="0">
                <a:latin typeface="微软雅黑" pitchFamily="34" charset="-122"/>
                <a:ea typeface="微软雅黑" pitchFamily="34" charset="-122"/>
              </a:rPr>
              <a:t>Unreal</a:t>
            </a: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的动画系统主要用树状结构来实现复杂的动画混合。</a:t>
            </a:r>
            <a:endParaRPr lang="en-US" altLang="zh-CN" sz="1200" dirty="0" smtClean="0">
              <a:latin typeface="微软雅黑" pitchFamily="34" charset="-122"/>
              <a:ea typeface="微软雅黑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可以在动画树中设计状态变量，并通过运行时修改实现动画混合的变化。</a:t>
            </a:r>
            <a:endParaRPr lang="en-US" altLang="zh-CN" sz="1200" dirty="0" smtClean="0">
              <a:latin typeface="微软雅黑" pitchFamily="34" charset="-122"/>
              <a:ea typeface="微软雅黑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玩家移动及物理状态的动画切换也通过相应的节点进行混合控制。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0" y="0"/>
            <a:ext cx="8748464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marL="0" lvl="1"/>
            <a:r>
              <a:rPr lang="zh-CN" altLang="en-US" sz="2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渲染</a:t>
            </a:r>
            <a:r>
              <a:rPr lang="en-US" altLang="zh-CN" sz="2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2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特效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500166" y="5429264"/>
            <a:ext cx="6072230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特效主要以粒子系统为基础实现。</a:t>
            </a:r>
            <a:endParaRPr lang="en-US" altLang="zh-CN" sz="1200" dirty="0" smtClean="0">
              <a:latin typeface="微软雅黑" pitchFamily="34" charset="-122"/>
              <a:ea typeface="微软雅黑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角色动画特效通过配置</a:t>
            </a:r>
            <a:r>
              <a:rPr lang="en-US" altLang="zh-CN" sz="1200" dirty="0" err="1" smtClean="0">
                <a:latin typeface="微软雅黑" pitchFamily="34" charset="-122"/>
                <a:ea typeface="微软雅黑" pitchFamily="34" charset="-122"/>
              </a:rPr>
              <a:t>AnimNotify</a:t>
            </a: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来实现。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714480" y="1428736"/>
            <a:ext cx="5625419" cy="347661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ransition spd="med">
    <p:dissolv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0" y="0"/>
            <a:ext cx="8748464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marL="0" lvl="1"/>
            <a:r>
              <a:rPr lang="zh-CN" altLang="en-US" sz="2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渲染</a:t>
            </a:r>
            <a:r>
              <a:rPr lang="en-US" altLang="zh-CN" sz="2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2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角色动画特效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71736" y="6143644"/>
            <a:ext cx="3643338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200" dirty="0" err="1" smtClean="0">
                <a:latin typeface="微软雅黑" pitchFamily="34" charset="-122"/>
                <a:ea typeface="微软雅黑" pitchFamily="34" charset="-122"/>
              </a:rPr>
              <a:t>AnimNotify</a:t>
            </a: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配置特效及关键事件通知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42910" y="1214422"/>
            <a:ext cx="7786742" cy="438004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ransition spd="med">
    <p:dissolv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0" y="0"/>
            <a:ext cx="8748464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marL="0" lvl="1"/>
            <a:r>
              <a:rPr lang="zh-CN" altLang="en-US" sz="2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渲染</a:t>
            </a:r>
            <a:r>
              <a:rPr lang="en-US" altLang="zh-CN" sz="2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——UI</a:t>
            </a:r>
            <a:endParaRPr lang="zh-CN" altLang="en-US" sz="2400" b="1" spc="50" dirty="0" smtClean="0">
              <a:ln w="11430"/>
              <a:gradFill>
                <a:gsLst>
                  <a:gs pos="25000">
                    <a:schemeClr val="accent2">
                      <a:satMod val="155000"/>
                    </a:schemeClr>
                  </a:gs>
                  <a:gs pos="100000">
                    <a:schemeClr val="accent2">
                      <a:shade val="45000"/>
                      <a:satMod val="165000"/>
                    </a:schemeClr>
                  </a:gs>
                </a:gsLst>
                <a:lin ang="5400000"/>
              </a:gradFill>
              <a:effectLst>
                <a:outerShdw blurRad="76200" dist="50800" dir="5400000" algn="tl" rotWithShape="0">
                  <a:srgbClr val="000000">
                    <a:alpha val="65000"/>
                  </a:srgbClr>
                </a:outerShdw>
              </a:effectLst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785786" y="1500174"/>
            <a:ext cx="5500726" cy="9233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dirty="0" smtClean="0">
                <a:latin typeface="微软雅黑" pitchFamily="34" charset="-122"/>
                <a:ea typeface="微软雅黑" pitchFamily="34" charset="-122"/>
              </a:rPr>
              <a:t>Unreal</a:t>
            </a: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内建支持的</a:t>
            </a:r>
            <a:r>
              <a:rPr lang="en-US" altLang="zh-CN" sz="1200" dirty="0" smtClean="0">
                <a:latin typeface="微软雅黑" pitchFamily="34" charset="-122"/>
                <a:ea typeface="微软雅黑" pitchFamily="34" charset="-122"/>
              </a:rPr>
              <a:t>UI</a:t>
            </a: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系统：</a:t>
            </a:r>
            <a:endParaRPr lang="en-US" altLang="zh-CN" sz="12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 smtClean="0">
                <a:latin typeface="微软雅黑" pitchFamily="34" charset="-122"/>
                <a:ea typeface="微软雅黑" pitchFamily="34" charset="-122"/>
              </a:rPr>
              <a:t>	</a:t>
            </a:r>
            <a:r>
              <a:rPr lang="en-US" altLang="zh-CN" sz="1200" dirty="0" err="1" smtClean="0">
                <a:latin typeface="微软雅黑" pitchFamily="34" charset="-122"/>
                <a:ea typeface="微软雅黑" pitchFamily="34" charset="-122"/>
              </a:rPr>
              <a:t>Scaleform</a:t>
            </a:r>
            <a:r>
              <a:rPr lang="en-US" altLang="zh-CN" sz="1200" dirty="0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200" dirty="0" smtClean="0">
                <a:latin typeface="微软雅黑" pitchFamily="34" charset="-122"/>
                <a:ea typeface="微软雅黑" pitchFamily="34" charset="-122"/>
              </a:rPr>
              <a:t>GFX</a:t>
            </a:r>
            <a:r>
              <a:rPr lang="en-US" altLang="zh-CN" sz="1200" dirty="0" smtClean="0"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基于</a:t>
            </a:r>
            <a:r>
              <a:rPr lang="en-US" altLang="zh-CN" sz="1200" dirty="0" smtClean="0">
                <a:latin typeface="微软雅黑" pitchFamily="34" charset="-122"/>
                <a:ea typeface="微软雅黑" pitchFamily="34" charset="-122"/>
              </a:rPr>
              <a:t>Flash</a:t>
            </a: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en-US" altLang="zh-CN" sz="1200" dirty="0" smtClean="0">
                <a:latin typeface="微软雅黑" pitchFamily="34" charset="-122"/>
                <a:ea typeface="微软雅黑" pitchFamily="34" charset="-122"/>
              </a:rPr>
              <a:t>UI</a:t>
            </a:r>
          </a:p>
          <a:p>
            <a:pPr>
              <a:lnSpc>
                <a:spcPct val="150000"/>
              </a:lnSpc>
            </a:pPr>
            <a:r>
              <a:rPr lang="en-US" altLang="zh-CN" sz="1200" dirty="0" smtClean="0">
                <a:latin typeface="微软雅黑" pitchFamily="34" charset="-122"/>
                <a:ea typeface="微软雅黑" pitchFamily="34" charset="-122"/>
              </a:rPr>
              <a:t>	Unreal HUD——</a:t>
            </a: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简单的自绘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85786" y="2928934"/>
            <a:ext cx="5500726" cy="175432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dirty="0" err="1" smtClean="0">
                <a:latin typeface="微软雅黑" pitchFamily="34" charset="-122"/>
                <a:ea typeface="微软雅黑" pitchFamily="34" charset="-122"/>
              </a:rPr>
              <a:t>Scaleform</a:t>
            </a:r>
            <a:r>
              <a:rPr lang="en-US" altLang="zh-CN" sz="1200" dirty="0" smtClean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200" dirty="0" smtClean="0">
                <a:latin typeface="微软雅黑" pitchFamily="34" charset="-122"/>
                <a:ea typeface="微软雅黑" pitchFamily="34" charset="-122"/>
              </a:rPr>
              <a:t>GFX</a:t>
            </a: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带来的问题：</a:t>
            </a:r>
            <a:endParaRPr lang="en-US" altLang="zh-CN" sz="12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 smtClean="0">
                <a:latin typeface="微软雅黑" pitchFamily="34" charset="-122"/>
                <a:ea typeface="微软雅黑" pitchFamily="34" charset="-122"/>
              </a:rPr>
              <a:t>	</a:t>
            </a: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美术需要会</a:t>
            </a:r>
            <a:r>
              <a:rPr lang="en-US" altLang="zh-CN" sz="1200" dirty="0" smtClean="0">
                <a:latin typeface="微软雅黑" pitchFamily="34" charset="-122"/>
                <a:ea typeface="微软雅黑" pitchFamily="34" charset="-122"/>
              </a:rPr>
              <a:t>Flash</a:t>
            </a: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工具</a:t>
            </a:r>
            <a:endParaRPr lang="en-US" altLang="zh-CN" sz="12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 smtClean="0">
                <a:latin typeface="微软雅黑" pitchFamily="34" charset="-122"/>
                <a:ea typeface="微软雅黑" pitchFamily="34" charset="-122"/>
              </a:rPr>
              <a:t>	</a:t>
            </a: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程序需要会</a:t>
            </a:r>
            <a:r>
              <a:rPr lang="en-US" altLang="zh-CN" sz="1200" dirty="0" smtClean="0">
                <a:latin typeface="微软雅黑" pitchFamily="34" charset="-122"/>
                <a:ea typeface="微软雅黑" pitchFamily="34" charset="-122"/>
              </a:rPr>
              <a:t>Flash</a:t>
            </a: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脚本</a:t>
            </a:r>
            <a:endParaRPr lang="en-US" altLang="zh-CN" sz="12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 smtClean="0">
                <a:latin typeface="微软雅黑" pitchFamily="34" charset="-122"/>
                <a:ea typeface="微软雅黑" pitchFamily="34" charset="-122"/>
              </a:rPr>
              <a:t>	</a:t>
            </a: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制作流程稍复杂</a:t>
            </a: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一点</a:t>
            </a:r>
            <a:endParaRPr lang="en-US" altLang="zh-CN" sz="12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 smtClean="0">
                <a:latin typeface="微软雅黑" pitchFamily="34" charset="-122"/>
                <a:ea typeface="微软雅黑" pitchFamily="34" charset="-122"/>
              </a:rPr>
              <a:t>	</a:t>
            </a: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资源</a:t>
            </a: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制作方式较</a:t>
            </a: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复杂</a:t>
            </a:r>
            <a:endParaRPr lang="en-US" altLang="zh-CN" sz="1200" dirty="0" smtClean="0">
              <a:latin typeface="微软雅黑" pitchFamily="34" charset="-122"/>
              <a:ea typeface="微软雅黑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 smtClean="0">
                <a:latin typeface="微软雅黑" pitchFamily="34" charset="-122"/>
                <a:ea typeface="微软雅黑" pitchFamily="34" charset="-122"/>
              </a:rPr>
              <a:t>	</a:t>
            </a: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整体</a:t>
            </a:r>
            <a:r>
              <a:rPr lang="en-US" altLang="zh-CN" sz="1200" dirty="0" smtClean="0">
                <a:latin typeface="微软雅黑" pitchFamily="34" charset="-122"/>
                <a:ea typeface="微软雅黑" pitchFamily="34" charset="-122"/>
              </a:rPr>
              <a:t>UI</a:t>
            </a: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制作时间更长</a:t>
            </a:r>
            <a:endParaRPr lang="en-US" altLang="zh-CN" sz="1200" dirty="0" smtClean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0" y="0"/>
            <a:ext cx="8748464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marL="0" lvl="1"/>
            <a:r>
              <a:rPr lang="zh-CN" altLang="en-US" sz="2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渲染</a:t>
            </a:r>
            <a:r>
              <a:rPr lang="en-US" altLang="zh-CN" sz="2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2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换装系统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14876" y="5500702"/>
            <a:ext cx="3714776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换装系统主要利用</a:t>
            </a:r>
            <a:r>
              <a:rPr lang="en-US" altLang="zh-CN" sz="1200" dirty="0" smtClean="0">
                <a:latin typeface="微软雅黑" pitchFamily="34" charset="-122"/>
                <a:ea typeface="微软雅黑" pitchFamily="34" charset="-122"/>
              </a:rPr>
              <a:t>UE3</a:t>
            </a: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的组件对象技术，实现分割模型的拼装，及动画联动。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8596" y="5072074"/>
            <a:ext cx="3257550" cy="16383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071670" y="1000108"/>
            <a:ext cx="5514975" cy="367665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ransition spd="med">
    <p:dissolv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0" y="0"/>
            <a:ext cx="8748464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marL="0" lvl="1"/>
            <a:r>
              <a:rPr lang="zh-CN" altLang="en-US" sz="2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渲染</a:t>
            </a:r>
            <a:r>
              <a:rPr lang="en-US" altLang="zh-CN" sz="2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2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换装系统模型部件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57356" y="1142984"/>
            <a:ext cx="5267325" cy="35337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TextBox 6"/>
          <p:cNvSpPr txBox="1"/>
          <p:nvPr/>
        </p:nvSpPr>
        <p:spPr>
          <a:xfrm>
            <a:off x="1571604" y="5357826"/>
            <a:ext cx="6000792" cy="41549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 dirty="0" smtClean="0">
                <a:latin typeface="微软雅黑" pitchFamily="34" charset="-122"/>
                <a:ea typeface="微软雅黑" pitchFamily="34" charset="-122"/>
              </a:rPr>
              <a:t>根据规范切分出骨架模型部件，在游戏中通过换装系统组装成玩家角色。</a:t>
            </a:r>
            <a:endParaRPr lang="zh-CN" altLang="en-US" sz="1400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0" y="0"/>
            <a:ext cx="8748464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marL="0" lvl="1"/>
            <a:r>
              <a:rPr lang="zh-CN" altLang="en-US" sz="2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场景交互</a:t>
            </a:r>
            <a:r>
              <a:rPr lang="en-US" altLang="zh-CN" sz="2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2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联动机关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5786" y="5214950"/>
            <a:ext cx="2643206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每个机关对象有自身的状态转换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00034" y="1857364"/>
            <a:ext cx="3238500" cy="28479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357686" y="2285992"/>
            <a:ext cx="4324350" cy="20574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TextBox 7"/>
          <p:cNvSpPr txBox="1"/>
          <p:nvPr/>
        </p:nvSpPr>
        <p:spPr>
          <a:xfrm>
            <a:off x="5286380" y="5214950"/>
            <a:ext cx="2643206" cy="33669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联动机关对象主要通过组合对象协调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0" y="0"/>
            <a:ext cx="8748464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marL="0" lvl="1"/>
            <a:r>
              <a:rPr lang="zh-CN" altLang="en-US" sz="2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战斗技能系统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43108" y="4786322"/>
            <a:ext cx="4786346" cy="9233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组件式的技能系统，可方便策划任意配置技能。</a:t>
            </a:r>
            <a:endParaRPr lang="en-US" altLang="zh-CN" sz="1200" dirty="0" smtClean="0">
              <a:latin typeface="微软雅黑" pitchFamily="34" charset="-122"/>
              <a:ea typeface="微软雅黑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技能数据可导出成</a:t>
            </a:r>
            <a:r>
              <a:rPr lang="en-US" altLang="zh-CN" sz="1200" dirty="0" smtClean="0">
                <a:latin typeface="微软雅黑" pitchFamily="34" charset="-122"/>
                <a:ea typeface="微软雅黑" pitchFamily="34" charset="-122"/>
              </a:rPr>
              <a:t>XML</a:t>
            </a: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，服务器也使用。</a:t>
            </a:r>
            <a:endParaRPr lang="en-US" altLang="zh-CN" sz="1200" dirty="0" smtClean="0">
              <a:latin typeface="微软雅黑" pitchFamily="34" charset="-122"/>
              <a:ea typeface="微软雅黑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主要分为技能状态和技能组件两大块。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28596" y="1357298"/>
            <a:ext cx="8188696" cy="308610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ransition spd="med">
    <p:dissolv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0" y="0"/>
            <a:ext cx="8748464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marL="0" lvl="1"/>
            <a:r>
              <a:rPr lang="en-US" altLang="zh-CN" sz="2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NPC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43108" y="4786322"/>
            <a:ext cx="4786346" cy="64633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组件式的行为，通过事件响应驱动。</a:t>
            </a:r>
            <a:endParaRPr lang="en-US" altLang="zh-CN" sz="1200" dirty="0" smtClean="0">
              <a:latin typeface="微软雅黑" pitchFamily="34" charset="-122"/>
              <a:ea typeface="微软雅黑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策划可为不同的</a:t>
            </a:r>
            <a:r>
              <a:rPr lang="en-US" altLang="zh-CN" sz="1200" dirty="0" smtClean="0">
                <a:latin typeface="微软雅黑" pitchFamily="34" charset="-122"/>
                <a:ea typeface="微软雅黑" pitchFamily="34" charset="-122"/>
              </a:rPr>
              <a:t>NPC</a:t>
            </a: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配置不同的事件响应行为。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66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14546" y="1571612"/>
            <a:ext cx="4638675" cy="24479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ransition spd="med">
    <p:dissolv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0" y="0"/>
            <a:ext cx="8748464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marL="0" lvl="1"/>
            <a:r>
              <a:rPr lang="en-US" altLang="zh-CN" sz="2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PHYSX——</a:t>
            </a:r>
            <a:r>
              <a:rPr lang="zh-CN" altLang="en-US" sz="2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可破坏物体</a:t>
            </a:r>
          </a:p>
        </p:txBody>
      </p:sp>
      <p:pic>
        <p:nvPicPr>
          <p:cNvPr id="10242" name="Picture 2" descr="Destruction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00364" y="1428736"/>
            <a:ext cx="3419475" cy="189547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2214546" y="4500570"/>
            <a:ext cx="4786346" cy="9233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主要实现场景中的可破坏模型。</a:t>
            </a:r>
            <a:endParaRPr lang="en-US" altLang="zh-CN" sz="1200" dirty="0" smtClean="0">
              <a:latin typeface="微软雅黑" pitchFamily="34" charset="-122"/>
              <a:ea typeface="微软雅黑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有阻挡的模型通过动态开关其阻挡框实现需求。</a:t>
            </a:r>
            <a:endParaRPr lang="en-US" altLang="zh-CN" sz="1200" dirty="0" smtClean="0">
              <a:latin typeface="微软雅黑" pitchFamily="34" charset="-122"/>
              <a:ea typeface="微软雅黑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sz="1200" dirty="0" smtClean="0">
                <a:latin typeface="微软雅黑" pitchFamily="34" charset="-122"/>
                <a:ea typeface="微软雅黑" pitchFamily="34" charset="-122"/>
              </a:rPr>
              <a:t>APEX</a:t>
            </a: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为最新的可破坏系统，以后会统一采用这个技术方案。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  <p:transition spd="med">
    <p:dissolv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0" y="0"/>
            <a:ext cx="8748464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marL="0" lvl="1"/>
            <a:r>
              <a:rPr lang="en-US" altLang="zh-CN" sz="2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PHYSX——</a:t>
            </a:r>
            <a:r>
              <a:rPr lang="zh-CN" altLang="en-US" sz="2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布料</a:t>
            </a:r>
          </a:p>
        </p:txBody>
      </p:sp>
      <p:pic>
        <p:nvPicPr>
          <p:cNvPr id="4098" name="Picture 2" descr="Clothi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857752" y="1428736"/>
            <a:ext cx="3429000" cy="193357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2357422" y="4500570"/>
            <a:ext cx="4786346" cy="12003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200" dirty="0" smtClean="0">
                <a:latin typeface="微软雅黑" pitchFamily="34" charset="-122"/>
                <a:ea typeface="微软雅黑" pitchFamily="34" charset="-122"/>
              </a:rPr>
              <a:t>APEX Clothing</a:t>
            </a: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为最新的基于</a:t>
            </a:r>
            <a:r>
              <a:rPr lang="en-US" altLang="zh-CN" sz="1200" dirty="0" smtClean="0">
                <a:latin typeface="微软雅黑" pitchFamily="34" charset="-122"/>
                <a:ea typeface="微软雅黑" pitchFamily="34" charset="-122"/>
              </a:rPr>
              <a:t>PHYSX</a:t>
            </a: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应用的布料系统。</a:t>
            </a:r>
            <a:endParaRPr lang="en-US" altLang="zh-CN" sz="1200" dirty="0" smtClean="0">
              <a:latin typeface="微软雅黑" pitchFamily="34" charset="-122"/>
              <a:ea typeface="微软雅黑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通过美术在</a:t>
            </a:r>
            <a:r>
              <a:rPr lang="en-US" altLang="zh-CN" sz="1200" dirty="0" smtClean="0">
                <a:latin typeface="微软雅黑" pitchFamily="34" charset="-122"/>
                <a:ea typeface="微软雅黑" pitchFamily="34" charset="-122"/>
              </a:rPr>
              <a:t>3ds max</a:t>
            </a: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中刷布料权重，并设置碰撞属性，导出数据到</a:t>
            </a:r>
            <a:r>
              <a:rPr lang="en-US" altLang="zh-CN" sz="1200" dirty="0" smtClean="0">
                <a:latin typeface="微软雅黑" pitchFamily="34" charset="-122"/>
                <a:ea typeface="微软雅黑" pitchFamily="34" charset="-122"/>
              </a:rPr>
              <a:t>UDK</a:t>
            </a: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中进行设置实现实时物理布料模拟，可产生场景交互响应。</a:t>
            </a:r>
            <a:endParaRPr lang="en-US" altLang="zh-CN" sz="1200" dirty="0" smtClean="0">
              <a:latin typeface="微软雅黑" pitchFamily="34" charset="-122"/>
              <a:ea typeface="微软雅黑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另外对于像纸片之类的小物体也可通过布料系统来模拟。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22531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142976" y="1071546"/>
            <a:ext cx="2562225" cy="29622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ransition spd="med">
    <p:dissolv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0" y="0"/>
            <a:ext cx="8748464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soft" dir="tl">
                <a:rot lat="0" lon="0" rev="0"/>
              </a:lightRig>
            </a:scene3d>
            <a:sp3d contourW="25400" prstMaterial="matte">
              <a:bevelT w="25400" h="55880" prst="artDeco"/>
              <a:contourClr>
                <a:schemeClr val="accent2">
                  <a:tint val="20000"/>
                </a:schemeClr>
              </a:contourClr>
            </a:sp3d>
          </a:bodyPr>
          <a:lstStyle/>
          <a:p>
            <a:pPr marL="0" lvl="1"/>
            <a:r>
              <a:rPr lang="zh-CN" altLang="en-US" sz="2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渲染性能优化（</a:t>
            </a:r>
            <a:r>
              <a:rPr lang="en-US" altLang="zh-CN" sz="2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LOD</a:t>
            </a:r>
            <a:r>
              <a:rPr lang="zh-CN" altLang="en-US" sz="2400" b="1" spc="50" dirty="0" smtClean="0">
                <a:ln w="11430"/>
                <a:gradFill>
                  <a:gsLst>
                    <a:gs pos="25000">
                      <a:schemeClr val="accent2">
                        <a:satMod val="155000"/>
                      </a:schemeClr>
                    </a:gs>
                    <a:gs pos="100000">
                      <a:schemeClr val="accent2">
                        <a:shade val="45000"/>
                        <a:satMod val="165000"/>
                      </a:schemeClr>
                    </a:gs>
                  </a:gsLst>
                  <a:lin ang="5400000"/>
                </a:gradFill>
                <a:effectLst>
                  <a:outerShdw blurRad="76200" dist="50800" dir="5400000" algn="tl" rotWithShape="0">
                    <a:srgbClr val="000000">
                      <a:alpha val="65000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03648" y="5733256"/>
            <a:ext cx="6072230" cy="336695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在</a:t>
            </a:r>
            <a:r>
              <a:rPr lang="en-US" altLang="zh-CN" sz="1200" dirty="0" smtClean="0">
                <a:latin typeface="微软雅黑" pitchFamily="34" charset="-122"/>
                <a:ea typeface="微软雅黑" pitchFamily="34" charset="-122"/>
              </a:rPr>
              <a:t>FPS</a:t>
            </a: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低于</a:t>
            </a:r>
            <a:r>
              <a:rPr lang="en-US" altLang="zh-CN" sz="1200" dirty="0" smtClean="0">
                <a:latin typeface="微软雅黑" pitchFamily="34" charset="-122"/>
                <a:ea typeface="微软雅黑" pitchFamily="34" charset="-122"/>
              </a:rPr>
              <a:t>30</a:t>
            </a:r>
            <a:r>
              <a:rPr lang="zh-CN" altLang="en-US" sz="1200" dirty="0" smtClean="0">
                <a:latin typeface="微软雅黑" pitchFamily="34" charset="-122"/>
                <a:ea typeface="微软雅黑" pitchFamily="34" charset="-122"/>
              </a:rPr>
              <a:t>时，强制自动降低渲染质量。</a:t>
            </a:r>
            <a:endParaRPr lang="zh-CN" altLang="en-US" sz="1200" dirty="0">
              <a:latin typeface="微软雅黑" pitchFamily="34" charset="-122"/>
              <a:ea typeface="微软雅黑" pitchFamily="34" charset="-122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1403648" y="1052736"/>
          <a:ext cx="6096000" cy="42772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/>
                <a:gridCol w="3048000"/>
              </a:tblGrid>
              <a:tr h="475253"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渲染对象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/>
                        <a:t>支持的渲染性能优化方式</a:t>
                      </a:r>
                      <a:endParaRPr lang="zh-CN" altLang="en-US" dirty="0"/>
                    </a:p>
                  </a:txBody>
                  <a:tcPr/>
                </a:tc>
              </a:tr>
              <a:tr h="47525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800" b="0" dirty="0" smtClean="0">
                          <a:latin typeface="微软雅黑" pitchFamily="34" charset="-122"/>
                          <a:ea typeface="微软雅黑" pitchFamily="34" charset="-122"/>
                        </a:rPr>
                        <a:t>Static Mesh</a:t>
                      </a:r>
                      <a:endParaRPr lang="zh-CN" altLang="en-US" b="0" dirty="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>
                          <a:latin typeface="微软雅黑" pitchFamily="34" charset="-122"/>
                          <a:ea typeface="微软雅黑" pitchFamily="34" charset="-122"/>
                        </a:rPr>
                        <a:t>LOD</a:t>
                      </a:r>
                      <a:endParaRPr lang="zh-CN" altLang="en-US" dirty="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/>
                </a:tc>
              </a:tr>
              <a:tr h="475253">
                <a:tc>
                  <a:txBody>
                    <a:bodyPr/>
                    <a:lstStyle/>
                    <a:p>
                      <a:r>
                        <a:rPr lang="en-US" altLang="zh-CN" sz="1800" b="0" dirty="0" smtClean="0">
                          <a:latin typeface="微软雅黑" pitchFamily="34" charset="-122"/>
                          <a:ea typeface="微软雅黑" pitchFamily="34" charset="-122"/>
                        </a:rPr>
                        <a:t>Skeletal Mesh</a:t>
                      </a:r>
                      <a:endParaRPr lang="zh-CN" altLang="en-US" b="0" dirty="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>
                          <a:latin typeface="微软雅黑" pitchFamily="34" charset="-122"/>
                          <a:ea typeface="微软雅黑" pitchFamily="34" charset="-122"/>
                        </a:rPr>
                        <a:t>LOD</a:t>
                      </a:r>
                      <a:endParaRPr lang="zh-CN" altLang="en-US" dirty="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/>
                </a:tc>
              </a:tr>
              <a:tr h="47525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800" b="0" dirty="0" smtClean="0">
                          <a:latin typeface="微软雅黑" pitchFamily="34" charset="-122"/>
                          <a:ea typeface="微软雅黑" pitchFamily="34" charset="-122"/>
                        </a:rPr>
                        <a:t>粒子系统</a:t>
                      </a:r>
                      <a:endParaRPr lang="zh-CN" altLang="en-US" b="0" dirty="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smtClean="0">
                          <a:latin typeface="微软雅黑" pitchFamily="34" charset="-122"/>
                          <a:ea typeface="微软雅黑" pitchFamily="34" charset="-122"/>
                        </a:rPr>
                        <a:t>LOD</a:t>
                      </a:r>
                      <a:endParaRPr lang="zh-CN" altLang="en-US" dirty="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/>
                </a:tc>
              </a:tr>
              <a:tr h="475253">
                <a:tc>
                  <a:txBody>
                    <a:bodyPr/>
                    <a:lstStyle/>
                    <a:p>
                      <a:r>
                        <a:rPr lang="zh-CN" altLang="en-US" b="0" dirty="0" smtClean="0">
                          <a:latin typeface="微软雅黑" pitchFamily="34" charset="-122"/>
                          <a:ea typeface="微软雅黑" pitchFamily="34" charset="-122"/>
                        </a:rPr>
                        <a:t>地形</a:t>
                      </a:r>
                      <a:endParaRPr lang="zh-CN" altLang="en-US" b="0" dirty="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>
                          <a:latin typeface="微软雅黑" pitchFamily="34" charset="-122"/>
                          <a:ea typeface="微软雅黑" pitchFamily="34" charset="-122"/>
                        </a:rPr>
                        <a:t>LOD</a:t>
                      </a:r>
                      <a:endParaRPr lang="zh-CN" altLang="en-US" dirty="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/>
                </a:tc>
              </a:tr>
              <a:tr h="475253">
                <a:tc>
                  <a:txBody>
                    <a:bodyPr/>
                    <a:lstStyle/>
                    <a:p>
                      <a:r>
                        <a:rPr lang="en-US" altLang="zh-CN" b="0" dirty="0" smtClean="0">
                          <a:latin typeface="微软雅黑" pitchFamily="34" charset="-122"/>
                          <a:ea typeface="微软雅黑" pitchFamily="34" charset="-122"/>
                        </a:rPr>
                        <a:t>APEX Clothing</a:t>
                      </a:r>
                      <a:endParaRPr lang="zh-CN" altLang="en-US" b="0" dirty="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800" dirty="0" smtClean="0">
                          <a:latin typeface="微软雅黑" pitchFamily="34" charset="-122"/>
                          <a:ea typeface="微软雅黑" pitchFamily="34" charset="-122"/>
                        </a:rPr>
                        <a:t>LOD</a:t>
                      </a:r>
                      <a:endParaRPr lang="zh-CN" altLang="en-US" dirty="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/>
                </a:tc>
              </a:tr>
              <a:tr h="475253">
                <a:tc>
                  <a:txBody>
                    <a:bodyPr/>
                    <a:lstStyle/>
                    <a:p>
                      <a:r>
                        <a:rPr lang="zh-CN" altLang="en-US" b="0" dirty="0" smtClean="0">
                          <a:latin typeface="微软雅黑" pitchFamily="34" charset="-122"/>
                          <a:ea typeface="微软雅黑" pitchFamily="34" charset="-122"/>
                        </a:rPr>
                        <a:t>植被</a:t>
                      </a:r>
                      <a:endParaRPr lang="zh-CN" altLang="en-US" b="0" dirty="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 smtClean="0">
                          <a:latin typeface="微软雅黑" pitchFamily="34" charset="-122"/>
                          <a:ea typeface="微软雅黑" pitchFamily="34" charset="-122"/>
                        </a:rPr>
                        <a:t>开</a:t>
                      </a:r>
                      <a:r>
                        <a:rPr lang="en-US" altLang="zh-CN" dirty="0" smtClean="0">
                          <a:latin typeface="微软雅黑" pitchFamily="34" charset="-122"/>
                          <a:ea typeface="微软雅黑" pitchFamily="34" charset="-122"/>
                        </a:rPr>
                        <a:t>/</a:t>
                      </a:r>
                      <a:r>
                        <a:rPr lang="zh-CN" altLang="en-US" dirty="0" smtClean="0">
                          <a:latin typeface="微软雅黑" pitchFamily="34" charset="-122"/>
                          <a:ea typeface="微软雅黑" pitchFamily="34" charset="-122"/>
                        </a:rPr>
                        <a:t>关</a:t>
                      </a:r>
                    </a:p>
                  </a:txBody>
                  <a:tcPr/>
                </a:tc>
              </a:tr>
              <a:tr h="475253">
                <a:tc>
                  <a:txBody>
                    <a:bodyPr/>
                    <a:lstStyle/>
                    <a:p>
                      <a:r>
                        <a:rPr lang="zh-CN" altLang="en-US" b="0" dirty="0" smtClean="0">
                          <a:latin typeface="微软雅黑" pitchFamily="34" charset="-122"/>
                          <a:ea typeface="微软雅黑" pitchFamily="34" charset="-122"/>
                        </a:rPr>
                        <a:t>材质</a:t>
                      </a:r>
                      <a:endParaRPr lang="zh-CN" altLang="en-US" b="0" dirty="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latin typeface="微软雅黑" pitchFamily="34" charset="-122"/>
                          <a:ea typeface="微软雅黑" pitchFamily="34" charset="-122"/>
                        </a:rPr>
                        <a:t>系统参数</a:t>
                      </a:r>
                      <a:endParaRPr lang="zh-CN" altLang="en-US" dirty="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/>
                </a:tc>
              </a:tr>
              <a:tr h="475253">
                <a:tc>
                  <a:txBody>
                    <a:bodyPr/>
                    <a:lstStyle/>
                    <a:p>
                      <a:r>
                        <a:rPr lang="zh-CN" altLang="en-US" b="0" dirty="0" smtClean="0">
                          <a:latin typeface="微软雅黑" pitchFamily="34" charset="-122"/>
                          <a:ea typeface="微软雅黑" pitchFamily="34" charset="-122"/>
                        </a:rPr>
                        <a:t>后期处理</a:t>
                      </a:r>
                      <a:endParaRPr lang="zh-CN" altLang="en-US" b="0" dirty="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 smtClean="0">
                          <a:latin typeface="微软雅黑" pitchFamily="34" charset="-122"/>
                          <a:ea typeface="微软雅黑" pitchFamily="34" charset="-122"/>
                        </a:rPr>
                        <a:t>开</a:t>
                      </a:r>
                      <a:r>
                        <a:rPr lang="en-US" altLang="zh-CN" dirty="0" smtClean="0">
                          <a:latin typeface="微软雅黑" pitchFamily="34" charset="-122"/>
                          <a:ea typeface="微软雅黑" pitchFamily="34" charset="-122"/>
                        </a:rPr>
                        <a:t>/</a:t>
                      </a:r>
                      <a:r>
                        <a:rPr lang="zh-CN" altLang="en-US" dirty="0" smtClean="0">
                          <a:latin typeface="微软雅黑" pitchFamily="34" charset="-122"/>
                          <a:ea typeface="微软雅黑" pitchFamily="34" charset="-122"/>
                        </a:rPr>
                        <a:t>关</a:t>
                      </a:r>
                      <a:endParaRPr lang="zh-CN" altLang="en-US" dirty="0">
                        <a:latin typeface="微软雅黑" pitchFamily="34" charset="-122"/>
                        <a:ea typeface="微软雅黑" pitchFamily="3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>
    <p:dissolv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DGnew">
  <a:themeElements>
    <a:clrScheme name="Office">
      <a:dk1>
        <a:sysClr val="windowText" lastClr="000000"/>
      </a:dk1>
      <a:lt1>
        <a:sysClr val="window" lastClr="C0C0C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C0C0C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C0C0C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Office 主题">
  <a:themeElements>
    <a:clrScheme name="Office">
      <a:dk1>
        <a:sysClr val="windowText" lastClr="000000"/>
      </a:dk1>
      <a:lt1>
        <a:sysClr val="window" lastClr="C0C0C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C0C0C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SDGnew</Template>
  <TotalTime>1387</TotalTime>
  <Words>665</Words>
  <Application>Microsoft Office PowerPoint</Application>
  <PresentationFormat>全屏显示(4:3)</PresentationFormat>
  <Paragraphs>126</Paragraphs>
  <Slides>20</Slides>
  <Notes>17</Notes>
  <HiddenSlides>0</HiddenSlides>
  <MMClips>0</MMClips>
  <ScaleCrop>false</ScaleCrop>
  <HeadingPairs>
    <vt:vector size="4" baseType="variant">
      <vt:variant>
        <vt:lpstr>主题</vt:lpstr>
      </vt:variant>
      <vt:variant>
        <vt:i4>4</vt:i4>
      </vt:variant>
      <vt:variant>
        <vt:lpstr>幻灯片标题</vt:lpstr>
      </vt:variant>
      <vt:variant>
        <vt:i4>20</vt:i4>
      </vt:variant>
    </vt:vector>
  </HeadingPairs>
  <TitlesOfParts>
    <vt:vector size="24" baseType="lpstr">
      <vt:lpstr>SDGnew</vt:lpstr>
      <vt:lpstr>Office 主题</vt:lpstr>
      <vt:lpstr>1_Office 主题</vt:lpstr>
      <vt:lpstr>2_Office 主题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  <vt:lpstr>幻灯片 16</vt:lpstr>
      <vt:lpstr>幻灯片 17</vt:lpstr>
      <vt:lpstr>幻灯片 18</vt:lpstr>
      <vt:lpstr>幻灯片 19</vt:lpstr>
      <vt:lpstr>幻灯片 20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ChenWang.OscarKen</dc:creator>
  <cp:lastModifiedBy>陈旺.oscarken</cp:lastModifiedBy>
  <cp:revision>615</cp:revision>
  <dcterms:created xsi:type="dcterms:W3CDTF">2011-06-27T02:15:58Z</dcterms:created>
  <dcterms:modified xsi:type="dcterms:W3CDTF">2013-06-21T02:07:28Z</dcterms:modified>
</cp:coreProperties>
</file>