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1" r:id="rId10"/>
    <p:sldId id="269" r:id="rId11"/>
    <p:sldId id="270" r:id="rId12"/>
    <p:sldId id="273" r:id="rId13"/>
    <p:sldId id="272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 autoAdjust="0"/>
    <p:restoredTop sz="98871" autoAdjust="0"/>
  </p:normalViewPr>
  <p:slideViewPr>
    <p:cSldViewPr>
      <p:cViewPr>
        <p:scale>
          <a:sx n="100" d="100"/>
          <a:sy n="100" d="100"/>
        </p:scale>
        <p:origin x="-2130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96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F5C40-5A53-4A02-8B47-506E26E2F75C}" type="datetimeFigureOut">
              <a:rPr lang="zh-CN" altLang="en-US" smtClean="0"/>
              <a:t>2014/1/17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D5116-884F-4429-AB90-D24B21AC12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198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AC9A9-61D2-4CF7-B0E2-0DF71870ABA8}" type="datetimeFigureOut">
              <a:rPr lang="zh-CN" altLang="en-US" smtClean="0"/>
              <a:pPr/>
              <a:t>2014/1/17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58A96-C495-4BBB-835B-F0AEFF83AA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36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2014/1/17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19257" cy="720080"/>
          </a:xfrm>
        </p:spPr>
        <p:txBody>
          <a:bodyPr anchor="ctr">
            <a:normAutofit/>
          </a:bodyPr>
          <a:lstStyle>
            <a:lvl1pPr algn="l">
              <a:defRPr sz="4000" b="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67544" y="1556792"/>
            <a:ext cx="8208144" cy="439248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2014/1/17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 descr="logo+盛大游戏(竖).pn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8385244" y="6067322"/>
            <a:ext cx="651252" cy="6740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2" r:id="rId2"/>
    <p:sldLayoutId id="2147483693" r:id="rId3"/>
    <p:sldLayoutId id="2147483696" r:id="rId4"/>
    <p:sldLayoutId id="2147483697" r:id="rId5"/>
    <p:sldLayoutId id="2147483698" r:id="rId6"/>
    <p:sldLayoutId id="2147483699" r:id="rId7"/>
    <p:sldLayoutId id="2147483700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172.30.66.33:8080/" TargetMode="External"/><Relationship Id="rId2" Type="http://schemas.openxmlformats.org/officeDocument/2006/relationships/hyperlink" Target="http://172.30.66.33:888/symbols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://172.30.66.33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方案一 首页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2379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23528" y="4438853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00B0F0"/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客户端异常、崩溃处理机制</a:t>
            </a:r>
            <a:endParaRPr lang="zh-CN" altLang="en-US" sz="54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00B0F0"/>
              </a:solidFill>
              <a:effectLst>
                <a:outerShdw blurRad="50800" algn="tl" rotWithShape="0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259632" y="5373216"/>
            <a:ext cx="669674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？玩家</a:t>
            </a:r>
            <a:r>
              <a:rPr lang="zh-CN" altLang="en-US" dirty="0"/>
              <a:t>的客户端崩溃了，我们怎么处理？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客户端崩溃之后，立即收集崩溃信息。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服务端统计崩溃信息数据，供查阅及报告。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开发组分析崩溃原因，给出解决结果。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dirty="0"/>
              <a:t>测试修正结果，发布</a:t>
            </a:r>
            <a:r>
              <a:rPr lang="zh-CN" altLang="en-US" dirty="0" smtClean="0"/>
              <a:t>客户端版本。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4770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①</a:t>
            </a:r>
            <a:r>
              <a:rPr lang="zh-CN" altLang="en-US" dirty="0" smtClean="0"/>
              <a:t>收集崩溃信息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收集客户端运行日志（含机器、配置信息）。</a:t>
            </a:r>
            <a:endParaRPr lang="en-US" altLang="zh-CN" dirty="0" smtClean="0"/>
          </a:p>
          <a:p>
            <a:r>
              <a:rPr lang="zh-CN" altLang="en-US" dirty="0" smtClean="0"/>
              <a:t>收集客户端</a:t>
            </a:r>
            <a:r>
              <a:rPr lang="en-US" altLang="zh-CN" dirty="0" err="1" smtClean="0"/>
              <a:t>dmp</a:t>
            </a:r>
            <a:r>
              <a:rPr lang="zh-CN" altLang="en-US" dirty="0" smtClean="0"/>
              <a:t>文件。</a:t>
            </a:r>
            <a:endParaRPr lang="en-US" altLang="zh-CN" dirty="0" smtClean="0"/>
          </a:p>
          <a:p>
            <a:r>
              <a:rPr lang="zh-CN" altLang="en-US" dirty="0" smtClean="0"/>
              <a:t>发送前面收集到的内容到游戏</a:t>
            </a:r>
            <a:r>
              <a:rPr lang="en-US" altLang="zh-CN" dirty="0" smtClean="0"/>
              <a:t>Crash</a:t>
            </a:r>
            <a:r>
              <a:rPr lang="zh-CN" altLang="en-US" dirty="0" smtClean="0"/>
              <a:t>服务器。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333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②游戏</a:t>
            </a:r>
            <a:r>
              <a:rPr lang="en-US" altLang="zh-CN" dirty="0" smtClean="0"/>
              <a:t>Crash</a:t>
            </a:r>
            <a:r>
              <a:rPr lang="zh-CN" altLang="en-US" dirty="0" smtClean="0"/>
              <a:t>相关服务器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Crash</a:t>
            </a:r>
            <a:r>
              <a:rPr lang="zh-CN" altLang="en-US" dirty="0" smtClean="0"/>
              <a:t>信息</a:t>
            </a:r>
            <a:r>
              <a:rPr lang="en-US" altLang="zh-CN" dirty="0" smtClean="0"/>
              <a:t>MSSQL</a:t>
            </a:r>
            <a:r>
              <a:rPr lang="zh-CN" altLang="en-US" dirty="0" smtClean="0"/>
              <a:t>数据库。</a:t>
            </a:r>
            <a:endParaRPr lang="en-US" altLang="zh-CN" dirty="0" smtClean="0"/>
          </a:p>
          <a:p>
            <a:r>
              <a:rPr lang="zh-CN" altLang="en-US" dirty="0" smtClean="0"/>
              <a:t>用于</a:t>
            </a:r>
            <a:r>
              <a:rPr lang="en-US" altLang="zh-CN" dirty="0"/>
              <a:t>Crash</a:t>
            </a:r>
            <a:r>
              <a:rPr lang="zh-CN" altLang="en-US" dirty="0" smtClean="0"/>
              <a:t>接收的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服务器。</a:t>
            </a:r>
            <a:endParaRPr lang="en-US" altLang="zh-CN" dirty="0" smtClean="0"/>
          </a:p>
          <a:p>
            <a:r>
              <a:rPr lang="zh-CN" altLang="en-US" dirty="0" smtClean="0"/>
              <a:t>用于</a:t>
            </a:r>
            <a:r>
              <a:rPr lang="en-US" altLang="zh-CN" dirty="0" smtClean="0"/>
              <a:t>Crash</a:t>
            </a:r>
            <a:r>
              <a:rPr lang="zh-CN" altLang="en-US" dirty="0" smtClean="0"/>
              <a:t>查看的</a:t>
            </a:r>
            <a:r>
              <a:rPr lang="en-US" altLang="zh-CN" dirty="0" smtClean="0"/>
              <a:t>WEB</a:t>
            </a:r>
            <a:r>
              <a:rPr lang="zh-CN" altLang="en-US" dirty="0" smtClean="0"/>
              <a:t>服务器。</a:t>
            </a:r>
            <a:endParaRPr lang="en-US" altLang="zh-CN" dirty="0" smtClean="0"/>
          </a:p>
          <a:p>
            <a:r>
              <a:rPr lang="zh-CN" altLang="en-US" dirty="0" smtClean="0"/>
              <a:t>用于版本对应的源代码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服务器。</a:t>
            </a:r>
            <a:endParaRPr lang="en-US" altLang="zh-CN" dirty="0" smtClean="0"/>
          </a:p>
          <a:p>
            <a:r>
              <a:rPr lang="zh-CN" altLang="en-US" dirty="0" smtClean="0"/>
              <a:t>生成以日或周为单位的</a:t>
            </a:r>
            <a:r>
              <a:rPr lang="en-US" altLang="zh-CN" dirty="0" smtClean="0"/>
              <a:t>Crash</a:t>
            </a:r>
            <a:r>
              <a:rPr lang="zh-CN" altLang="en-US" dirty="0" smtClean="0"/>
              <a:t>报告。</a:t>
            </a:r>
            <a:endParaRPr lang="en-US" altLang="zh-CN" dirty="0" smtClean="0"/>
          </a:p>
          <a:p>
            <a:r>
              <a:rPr lang="en-US" altLang="zh-CN" dirty="0"/>
              <a:t>IIS+ASP.NET+.NET4.0+MVC2.0</a:t>
            </a:r>
            <a:r>
              <a:rPr lang="zh-CN" altLang="en-US" dirty="0"/>
              <a:t>服务平台。</a:t>
            </a:r>
          </a:p>
        </p:txBody>
      </p:sp>
    </p:spTree>
    <p:extLst>
      <p:ext uri="{BB962C8B-B14F-4D97-AF65-F5344CB8AC3E}">
        <p14:creationId xmlns:p14="http://schemas.microsoft.com/office/powerpoint/2010/main" val="151798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③分析</a:t>
            </a:r>
            <a:r>
              <a:rPr lang="en-US" altLang="zh-CN" dirty="0" err="1" smtClean="0"/>
              <a:t>dmp</a:t>
            </a:r>
            <a:r>
              <a:rPr lang="zh-CN" altLang="en-US" dirty="0"/>
              <a:t>的</a:t>
            </a:r>
            <a:r>
              <a:rPr lang="zh-CN" altLang="en-US" dirty="0" smtClean="0"/>
              <a:t>前置条件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创建</a:t>
            </a:r>
            <a:r>
              <a:rPr lang="en-US" altLang="zh-CN" dirty="0" smtClean="0"/>
              <a:t>PDB</a:t>
            </a:r>
            <a:r>
              <a:rPr lang="zh-CN" altLang="en-US" dirty="0" smtClean="0"/>
              <a:t>调试符号服务器。</a:t>
            </a:r>
            <a:endParaRPr lang="en-US" altLang="zh-CN" dirty="0" smtClean="0"/>
          </a:p>
          <a:p>
            <a:r>
              <a:rPr lang="zh-CN" altLang="en-US" dirty="0" smtClean="0"/>
              <a:t>安装常见操作系统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和客户端公共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制作</a:t>
            </a:r>
            <a:r>
              <a:rPr lang="en-US" altLang="zh-CN" dirty="0" err="1" smtClean="0"/>
              <a:t>dmp</a:t>
            </a:r>
            <a:r>
              <a:rPr lang="zh-CN" altLang="en-US" dirty="0" smtClean="0"/>
              <a:t>工具：分类、筛选</a:t>
            </a:r>
            <a:r>
              <a:rPr lang="zh-CN" altLang="en-US" dirty="0"/>
              <a:t>、</a:t>
            </a:r>
            <a:r>
              <a:rPr lang="zh-CN" altLang="en-US" dirty="0" smtClean="0"/>
              <a:t>统计，生成</a:t>
            </a:r>
            <a:r>
              <a:rPr lang="en-US" altLang="zh-CN" dirty="0" err="1" smtClean="0"/>
              <a:t>dmp</a:t>
            </a:r>
            <a:r>
              <a:rPr lang="zh-CN" altLang="en-US" dirty="0" smtClean="0"/>
              <a:t>工程。</a:t>
            </a:r>
            <a:endParaRPr lang="en-US" altLang="zh-CN" dirty="0" smtClean="0"/>
          </a:p>
          <a:p>
            <a:r>
              <a:rPr lang="zh-CN" altLang="en-US" dirty="0"/>
              <a:t>编译</a:t>
            </a:r>
            <a:r>
              <a:rPr lang="zh-CN" altLang="en-US" dirty="0" smtClean="0"/>
              <a:t>客户端前的</a:t>
            </a:r>
            <a:r>
              <a:rPr lang="zh-CN" altLang="en-US" dirty="0"/>
              <a:t>版本编号部署。</a:t>
            </a:r>
            <a:endParaRPr lang="en-US" altLang="zh-CN" dirty="0" smtClean="0"/>
          </a:p>
          <a:p>
            <a:r>
              <a:rPr lang="zh-CN" altLang="en-US" dirty="0" smtClean="0"/>
              <a:t>编译客户端时生成</a:t>
            </a:r>
            <a:r>
              <a:rPr lang="en-US" altLang="zh-CN" dirty="0" err="1" smtClean="0"/>
              <a:t>pdb+map</a:t>
            </a:r>
            <a:r>
              <a:rPr lang="zh-CN" altLang="en-US" dirty="0" smtClean="0"/>
              <a:t>，结束后安装</a:t>
            </a:r>
            <a:r>
              <a:rPr lang="zh-CN" altLang="en-US" dirty="0"/>
              <a:t>到</a:t>
            </a:r>
            <a:r>
              <a:rPr lang="en-US" altLang="zh-CN" dirty="0" smtClean="0"/>
              <a:t>PDB</a:t>
            </a:r>
            <a:r>
              <a:rPr lang="zh-CN" altLang="en-US" dirty="0"/>
              <a:t>服务器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编译客户端后复制源代码到源服务器。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013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③分析</a:t>
            </a:r>
            <a:r>
              <a:rPr lang="en-US" altLang="zh-CN" dirty="0" err="1" smtClean="0"/>
              <a:t>dmp</a:t>
            </a:r>
            <a:r>
              <a:rPr lang="zh-CN" altLang="en-US" dirty="0" smtClean="0"/>
              <a:t>文件步骤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Crash</a:t>
            </a:r>
            <a:r>
              <a:rPr lang="zh-CN" altLang="en-US" dirty="0"/>
              <a:t>服务器取走指定区间的</a:t>
            </a:r>
            <a:r>
              <a:rPr lang="en-US" altLang="zh-CN" dirty="0" err="1"/>
              <a:t>dmp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dmp</a:t>
            </a:r>
            <a:r>
              <a:rPr lang="zh-CN" altLang="en-US" dirty="0" smtClean="0"/>
              <a:t>工具分门别类生成</a:t>
            </a:r>
            <a:r>
              <a:rPr lang="en-US" altLang="zh-CN" dirty="0" smtClean="0"/>
              <a:t>crash</a:t>
            </a:r>
            <a:r>
              <a:rPr lang="zh-CN" altLang="en-US" dirty="0" smtClean="0"/>
              <a:t>工程。</a:t>
            </a:r>
            <a:endParaRPr lang="en-US" altLang="zh-CN" dirty="0" smtClean="0"/>
          </a:p>
          <a:p>
            <a:r>
              <a:rPr lang="zh-CN" altLang="en-US" dirty="0" smtClean="0"/>
              <a:t>启动</a:t>
            </a:r>
            <a:r>
              <a:rPr lang="en-US" altLang="zh-CN" dirty="0" smtClean="0"/>
              <a:t>crash</a:t>
            </a:r>
            <a:r>
              <a:rPr lang="zh-CN" altLang="en-US" dirty="0" smtClean="0"/>
              <a:t>工程，并设置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环境。</a:t>
            </a:r>
            <a:endParaRPr lang="en-US" altLang="zh-CN" dirty="0" smtClean="0"/>
          </a:p>
          <a:p>
            <a:r>
              <a:rPr lang="zh-CN" altLang="en-US" dirty="0" smtClean="0"/>
              <a:t>在模块视图查看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加载情况。</a:t>
            </a:r>
            <a:endParaRPr lang="en-US" altLang="zh-CN" dirty="0" smtClean="0"/>
          </a:p>
          <a:p>
            <a:r>
              <a:rPr lang="zh-CN" altLang="en-US" dirty="0" smtClean="0"/>
              <a:t>启动调试，并设置代码源路径到指定的服务器。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993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④修正错误及版本发布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从指定版本中创建分支代码。</a:t>
            </a:r>
            <a:endParaRPr lang="en-US" altLang="zh-CN" dirty="0" smtClean="0"/>
          </a:p>
          <a:p>
            <a:r>
              <a:rPr lang="zh-CN" altLang="en-US" dirty="0" smtClean="0"/>
              <a:t>从分支代码中修正问题。</a:t>
            </a:r>
            <a:endParaRPr lang="en-US" altLang="zh-CN" dirty="0" smtClean="0"/>
          </a:p>
          <a:p>
            <a:r>
              <a:rPr lang="zh-CN" altLang="en-US" dirty="0" smtClean="0"/>
              <a:t>生成分支版本客户端及资源。</a:t>
            </a:r>
            <a:endParaRPr lang="en-US" altLang="zh-CN" dirty="0" smtClean="0"/>
          </a:p>
          <a:p>
            <a:r>
              <a:rPr lang="zh-CN" altLang="en-US" dirty="0" smtClean="0"/>
              <a:t>合并代码和资源到主干，回归主线。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54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附：版本编号规划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基本模式：</a:t>
            </a:r>
            <a:r>
              <a:rPr lang="en-US" altLang="zh-CN" dirty="0" smtClean="0"/>
              <a:t>A.B.C.D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A</a:t>
            </a:r>
            <a:r>
              <a:rPr lang="zh-CN" altLang="en-US" dirty="0" smtClean="0"/>
              <a:t>：主版本号，如光明纪元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，光明纪元</a:t>
            </a:r>
            <a:r>
              <a:rPr lang="en-US" altLang="zh-CN" dirty="0" smtClean="0"/>
              <a:t>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B</a:t>
            </a:r>
            <a:r>
              <a:rPr lang="zh-CN" altLang="en-US" dirty="0" smtClean="0"/>
              <a:t>：次版本号，如游戏的两次资料片，</a:t>
            </a:r>
            <a:r>
              <a:rPr lang="en-US" altLang="zh-CN" dirty="0" smtClean="0"/>
              <a:t>1.1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1.2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：客户端版本号。</a:t>
            </a:r>
            <a:r>
              <a:rPr lang="en-US" altLang="zh-CN" dirty="0" smtClean="0"/>
              <a:t>P4</a:t>
            </a:r>
            <a:r>
              <a:rPr lang="zh-CN" altLang="en-US" dirty="0" smtClean="0"/>
              <a:t>版本</a:t>
            </a:r>
            <a:r>
              <a:rPr lang="en-US" altLang="zh-CN" dirty="0" smtClean="0"/>
              <a:t>*10+</a:t>
            </a:r>
            <a:r>
              <a:rPr lang="en-US" altLang="zh-CN" dirty="0"/>
              <a:t>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T=</a:t>
            </a:r>
            <a:r>
              <a:rPr lang="zh-CN" altLang="en-US" dirty="0" smtClean="0"/>
              <a:t>主干</a:t>
            </a:r>
            <a:r>
              <a:rPr lang="en-US" altLang="zh-CN" dirty="0" smtClean="0"/>
              <a:t>0:A</a:t>
            </a:r>
            <a:r>
              <a:rPr lang="zh-CN" altLang="en-US" dirty="0" smtClean="0"/>
              <a:t>分支</a:t>
            </a:r>
            <a:r>
              <a:rPr lang="en-US" altLang="zh-CN" dirty="0" smtClean="0"/>
              <a:t>1:B</a:t>
            </a:r>
            <a:r>
              <a:rPr lang="zh-CN" altLang="en-US" dirty="0" smtClean="0"/>
              <a:t>分支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，多服、多版本、多分支时使用。</a:t>
            </a:r>
            <a:endParaRPr lang="en-US" altLang="zh-CN" dirty="0" smtClean="0"/>
          </a:p>
          <a:p>
            <a:r>
              <a:rPr lang="en-US" altLang="zh-CN" dirty="0" smtClean="0"/>
              <a:t>D</a:t>
            </a:r>
            <a:r>
              <a:rPr lang="zh-CN" altLang="en-US" dirty="0" smtClean="0"/>
              <a:t>：服务端版本号。用于区分哪些版本号区间可以兼容不同的服务器。</a:t>
            </a:r>
            <a:endParaRPr lang="en-US" altLang="zh-CN" dirty="0" smtClean="0"/>
          </a:p>
          <a:p>
            <a:r>
              <a:rPr lang="zh-CN" altLang="en-US" dirty="0" smtClean="0"/>
              <a:t>版本号代码由编译前的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脚本创建</a:t>
            </a:r>
            <a:r>
              <a:rPr lang="en-US" altLang="zh-CN" dirty="0" err="1" smtClean="0"/>
              <a:t>ver_client.h</a:t>
            </a:r>
            <a:r>
              <a:rPr lang="zh-CN" altLang="en-US" dirty="0" smtClean="0"/>
              <a:t>头文件来完成。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285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附：代码与资源仓库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明确主干的性质</a:t>
            </a:r>
            <a:r>
              <a:rPr lang="zh-CN" altLang="en-US" dirty="0"/>
              <a:t>：</a:t>
            </a:r>
            <a:r>
              <a:rPr lang="zh-CN" altLang="en-US" dirty="0" smtClean="0"/>
              <a:t>应该为所有版本客户端、服务端、资源具有共性的线路。</a:t>
            </a:r>
            <a:endParaRPr lang="en-US" altLang="zh-CN" dirty="0" smtClean="0"/>
          </a:p>
          <a:p>
            <a:r>
              <a:rPr lang="zh-CN" altLang="en-US" dirty="0" smtClean="0"/>
              <a:t>明确分支的意图：应该为特定动作或者发布创建的，分支的功能必须局限在</a:t>
            </a:r>
            <a:r>
              <a:rPr lang="en-US" altLang="zh-CN" dirty="0" smtClean="0"/>
              <a:t>BUG</a:t>
            </a:r>
            <a:r>
              <a:rPr lang="zh-CN" altLang="en-US" dirty="0" smtClean="0"/>
              <a:t>修改范围内。</a:t>
            </a:r>
            <a:endParaRPr lang="en-US" altLang="zh-CN" dirty="0" smtClean="0"/>
          </a:p>
          <a:p>
            <a:r>
              <a:rPr lang="zh-CN" altLang="en-US" dirty="0" smtClean="0"/>
              <a:t>如：版署的应该创建分支，它是包含不同功能的版本。</a:t>
            </a:r>
            <a:endParaRPr lang="en-US" altLang="zh-CN" dirty="0" smtClean="0"/>
          </a:p>
          <a:p>
            <a:r>
              <a:rPr lang="zh-CN" altLang="en-US" dirty="0" smtClean="0"/>
              <a:t>如：发布测试版本、制作优化测试分支。</a:t>
            </a:r>
            <a:endParaRPr lang="en-US" altLang="zh-CN" dirty="0" smtClean="0"/>
          </a:p>
          <a:p>
            <a:r>
              <a:rPr lang="zh-CN" altLang="en-US" dirty="0" smtClean="0"/>
              <a:t>创建分支需谨慎，不是随便一个小动作都需要创建分支。</a:t>
            </a:r>
            <a:endParaRPr lang="en-US" altLang="zh-CN" dirty="0" smtClean="0"/>
          </a:p>
          <a:p>
            <a:r>
              <a:rPr lang="zh-CN" altLang="en-US" dirty="0" smtClean="0"/>
              <a:t>创建分支时应该将资源、代码等一同创建，条件允许及版本需要的情况下要将服务端一起创建，以防整套回归。</a:t>
            </a:r>
            <a:endParaRPr lang="en-US" altLang="zh-CN" dirty="0" smtClean="0"/>
          </a:p>
          <a:p>
            <a:r>
              <a:rPr lang="zh-CN" altLang="en-US" dirty="0" smtClean="0"/>
              <a:t>至少对多区服、多版本做好</a:t>
            </a:r>
            <a:r>
              <a:rPr lang="zh-CN" altLang="en-US" smtClean="0"/>
              <a:t>处理</a:t>
            </a:r>
            <a:r>
              <a:rPr lang="zh-CN" altLang="en-US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0927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附：客户端编译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编译生成输出时必选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和</a:t>
            </a:r>
            <a:r>
              <a:rPr lang="en-US" altLang="zh-CN" dirty="0" smtClean="0"/>
              <a:t>map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启动多核编译、并行编译、</a:t>
            </a:r>
            <a:r>
              <a:rPr lang="en-US" altLang="zh-CN" dirty="0" err="1" smtClean="0"/>
              <a:t>IncrediBuild</a:t>
            </a:r>
            <a:r>
              <a:rPr lang="zh-CN" altLang="en-US" dirty="0" smtClean="0"/>
              <a:t>等加快编译速度。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服务器中创建</a:t>
            </a:r>
            <a:r>
              <a:rPr lang="zh-CN" altLang="en-US" dirty="0"/>
              <a:t>版本号</a:t>
            </a:r>
            <a:r>
              <a:rPr lang="zh-CN" altLang="en-US" dirty="0" smtClean="0"/>
              <a:t>目录。</a:t>
            </a:r>
            <a:endParaRPr lang="en-US" altLang="zh-CN" dirty="0" smtClean="0"/>
          </a:p>
          <a:p>
            <a:r>
              <a:rPr lang="zh-CN" altLang="en-US" dirty="0" smtClean="0"/>
              <a:t>编译结束后复制源代码到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服务器的指定版本号目录。</a:t>
            </a:r>
            <a:endParaRPr lang="en-US" altLang="zh-CN" dirty="0" smtClean="0"/>
          </a:p>
          <a:p>
            <a:r>
              <a:rPr lang="zh-CN" altLang="en-US" dirty="0"/>
              <a:t>使用</a:t>
            </a:r>
            <a:r>
              <a:rPr lang="en-US" altLang="zh-CN" dirty="0" err="1"/>
              <a:t>pdbsetup</a:t>
            </a:r>
            <a:r>
              <a:rPr lang="zh-CN" altLang="en-US" dirty="0"/>
              <a:t>脚本安装到</a:t>
            </a:r>
            <a:r>
              <a:rPr lang="en-US" altLang="zh-CN" dirty="0" err="1"/>
              <a:t>pdb</a:t>
            </a:r>
            <a:r>
              <a:rPr lang="zh-CN" altLang="en-US" dirty="0"/>
              <a:t>服务器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同时复制</a:t>
            </a:r>
            <a:r>
              <a:rPr lang="en-US" altLang="zh-CN" dirty="0" smtClean="0"/>
              <a:t>exe</a:t>
            </a:r>
            <a:r>
              <a:rPr lang="zh-CN" altLang="en-US" dirty="0" smtClean="0"/>
              <a:t>和</a:t>
            </a:r>
            <a:r>
              <a:rPr lang="en-US" altLang="zh-CN" dirty="0" smtClean="0"/>
              <a:t>map</a:t>
            </a:r>
            <a:r>
              <a:rPr lang="zh-CN" altLang="en-US" dirty="0" smtClean="0"/>
              <a:t>到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服务器的该版本</a:t>
            </a:r>
            <a:r>
              <a:rPr lang="zh-CN" altLang="en-US" dirty="0"/>
              <a:t>号</a:t>
            </a:r>
            <a:r>
              <a:rPr lang="zh-CN" altLang="en-US" dirty="0" smtClean="0"/>
              <a:t>目录。</a:t>
            </a:r>
            <a:endParaRPr lang="en-US" altLang="zh-CN" dirty="0" smtClean="0"/>
          </a:p>
          <a:p>
            <a:r>
              <a:rPr lang="zh-CN" altLang="en-US" dirty="0" smtClean="0"/>
              <a:t>签名后的</a:t>
            </a:r>
            <a:r>
              <a:rPr lang="en-US" altLang="zh-CN" dirty="0" smtClean="0"/>
              <a:t>exe</a:t>
            </a:r>
            <a:r>
              <a:rPr lang="zh-CN" altLang="en-US" dirty="0" smtClean="0"/>
              <a:t>也复制到版本号目录。</a:t>
            </a:r>
            <a:endParaRPr lang="en-US" altLang="zh-CN" dirty="0" smtClean="0"/>
          </a:p>
          <a:p>
            <a:r>
              <a:rPr lang="zh-CN" altLang="en-US" dirty="0" smtClean="0"/>
              <a:t>？空间足够，可备份配置表到版本号目录。</a:t>
            </a:r>
            <a:endParaRPr lang="en-US" altLang="zh-CN" dirty="0" smtClean="0"/>
          </a:p>
          <a:p>
            <a:r>
              <a:rPr lang="zh-CN" altLang="en-US" dirty="0" smtClean="0"/>
              <a:t>？空间再足够大，可连资源一起备份。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9265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附：从</a:t>
            </a:r>
            <a:r>
              <a:rPr lang="en-US" altLang="zh-CN" dirty="0" err="1" smtClean="0"/>
              <a:t>dmp</a:t>
            </a:r>
            <a:r>
              <a:rPr lang="zh-CN" altLang="en-US" dirty="0" smtClean="0"/>
              <a:t>到使用调试符号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dmp</a:t>
            </a:r>
            <a:r>
              <a:rPr lang="zh-CN" altLang="en-US" dirty="0" smtClean="0"/>
              <a:t>工具：过滤重复的崩溃信息，分析崩溃类型分析及分布，统计崩溃数量，创建与版本相关的</a:t>
            </a:r>
            <a:r>
              <a:rPr lang="en-US" altLang="zh-CN" dirty="0" err="1" smtClean="0"/>
              <a:t>dmp</a:t>
            </a:r>
            <a:r>
              <a:rPr lang="zh-CN" altLang="en-US" dirty="0" smtClean="0"/>
              <a:t>工程及目录。</a:t>
            </a:r>
            <a:endParaRPr lang="en-US" altLang="zh-CN" dirty="0" smtClean="0"/>
          </a:p>
          <a:p>
            <a:r>
              <a:rPr lang="zh-CN" altLang="en-US" dirty="0" smtClean="0"/>
              <a:t>运行</a:t>
            </a:r>
            <a:r>
              <a:rPr lang="en-US" altLang="zh-CN" dirty="0" smtClean="0"/>
              <a:t>dmp.sln</a:t>
            </a:r>
            <a:r>
              <a:rPr lang="zh-CN" altLang="en-US" dirty="0" smtClean="0"/>
              <a:t>，设置</a:t>
            </a:r>
            <a:r>
              <a:rPr lang="en-US" altLang="zh-CN" dirty="0" smtClean="0"/>
              <a:t>VS2010</a:t>
            </a:r>
            <a:r>
              <a:rPr lang="zh-CN" altLang="en-US" dirty="0" smtClean="0"/>
              <a:t>的调试符号服务器。</a:t>
            </a:r>
            <a:endParaRPr lang="en-US" altLang="zh-CN" dirty="0" smtClean="0"/>
          </a:p>
          <a:p>
            <a:r>
              <a:rPr lang="zh-CN" altLang="en-US" dirty="0" smtClean="0"/>
              <a:t>以 </a:t>
            </a:r>
            <a:r>
              <a:rPr lang="en-US" altLang="zh-CN" dirty="0" smtClean="0"/>
              <a:t>Debug With Native Only </a:t>
            </a:r>
            <a:r>
              <a:rPr lang="zh-CN" altLang="en-US" dirty="0" smtClean="0"/>
              <a:t>模式运行</a:t>
            </a:r>
            <a:r>
              <a:rPr lang="en-US" altLang="zh-CN" dirty="0" err="1" smtClean="0"/>
              <a:t>dmp</a:t>
            </a:r>
            <a:r>
              <a:rPr lang="zh-CN" altLang="en-US" dirty="0" smtClean="0"/>
              <a:t>文件。</a:t>
            </a:r>
            <a:endParaRPr lang="en-US" altLang="zh-CN" dirty="0" smtClean="0"/>
          </a:p>
          <a:p>
            <a:r>
              <a:rPr lang="zh-CN" altLang="en-US" dirty="0" smtClean="0"/>
              <a:t>从</a:t>
            </a:r>
            <a:r>
              <a:rPr lang="en-US" altLang="zh-CN" dirty="0" smtClean="0"/>
              <a:t>VS</a:t>
            </a:r>
            <a:r>
              <a:rPr lang="zh-CN" altLang="en-US" dirty="0" smtClean="0"/>
              <a:t>的模块列表中查看</a:t>
            </a:r>
            <a:r>
              <a:rPr lang="en-US" altLang="zh-CN" dirty="0" smtClean="0"/>
              <a:t>exe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加载是否正常，以及</a:t>
            </a:r>
            <a:r>
              <a:rPr lang="zh-CN" altLang="en-US" dirty="0"/>
              <a:t>操作</a:t>
            </a:r>
            <a:r>
              <a:rPr lang="zh-CN" altLang="en-US" dirty="0" smtClean="0"/>
              <a:t>系统的平台</a:t>
            </a:r>
            <a:r>
              <a:rPr lang="en-US" altLang="zh-CN" dirty="0" err="1" smtClean="0"/>
              <a:t>pdb</a:t>
            </a:r>
            <a:r>
              <a:rPr lang="zh-CN" altLang="en-US" dirty="0" smtClean="0"/>
              <a:t>是否有效。</a:t>
            </a:r>
            <a:endParaRPr lang="en-US" altLang="zh-CN" dirty="0" smtClean="0"/>
          </a:p>
          <a:p>
            <a:r>
              <a:rPr lang="zh-CN" altLang="en-US" dirty="0" smtClean="0"/>
              <a:t>无法从汇编和代码行查看的时候，借助</a:t>
            </a:r>
            <a:r>
              <a:rPr lang="en-US" altLang="zh-CN" dirty="0" smtClean="0"/>
              <a:t>map</a:t>
            </a:r>
            <a:r>
              <a:rPr lang="zh-CN" altLang="en-US" dirty="0" smtClean="0"/>
              <a:t>文件定位。</a:t>
            </a:r>
            <a:endParaRPr lang="en-US" altLang="zh-CN" dirty="0" smtClean="0"/>
          </a:p>
          <a:p>
            <a:r>
              <a:rPr lang="zh-CN" altLang="en-US" dirty="0" smtClean="0"/>
              <a:t>？能解决掉实际运营过程中</a:t>
            </a:r>
            <a:r>
              <a:rPr lang="en-US" altLang="zh-CN" dirty="0" smtClean="0"/>
              <a:t>75%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dmp</a:t>
            </a:r>
            <a:r>
              <a:rPr lang="zh-CN" altLang="en-US" dirty="0" smtClean="0"/>
              <a:t>文件以上我们即算是成功了。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037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附：资源参考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调试符号服务器：</a:t>
            </a:r>
            <a:r>
              <a:rPr lang="en-US" altLang="zh-CN" dirty="0">
                <a:hlinkClick r:id="rId2"/>
              </a:rPr>
              <a:t>http://</a:t>
            </a:r>
            <a:r>
              <a:rPr lang="en-US" altLang="zh-CN" dirty="0" smtClean="0">
                <a:hlinkClick r:id="rId2"/>
              </a:rPr>
              <a:t>172.30.66.33:888/symbols</a:t>
            </a:r>
            <a:endParaRPr lang="en-US" altLang="zh-CN" dirty="0" smtClean="0"/>
          </a:p>
          <a:p>
            <a:r>
              <a:rPr lang="en-US" altLang="zh-CN" dirty="0" err="1" smtClean="0"/>
              <a:t>dmp</a:t>
            </a:r>
            <a:r>
              <a:rPr lang="zh-CN" altLang="en-US" dirty="0" smtClean="0"/>
              <a:t>收集器：</a:t>
            </a:r>
            <a:r>
              <a:rPr lang="en-US" altLang="zh-CN" dirty="0" smtClean="0"/>
              <a:t>08.Prog\Client\UE3\[BIN]\AutoReporter.exe</a:t>
            </a:r>
          </a:p>
          <a:p>
            <a:r>
              <a:rPr lang="en-US" altLang="zh-CN" dirty="0" err="1" smtClean="0"/>
              <a:t>dmp</a:t>
            </a:r>
            <a:r>
              <a:rPr lang="zh-CN" altLang="en-US" dirty="0" smtClean="0"/>
              <a:t>收集服务：</a:t>
            </a:r>
            <a:r>
              <a:rPr lang="en-US" altLang="zh-CN" dirty="0" smtClean="0">
                <a:hlinkClick r:id="rId3"/>
              </a:rPr>
              <a:t>http://172.30.66.33:8080</a:t>
            </a:r>
            <a:endParaRPr lang="en-US" altLang="zh-CN" dirty="0" smtClean="0"/>
          </a:p>
          <a:p>
            <a:r>
              <a:rPr lang="en-US" altLang="zh-CN" dirty="0" err="1" smtClean="0"/>
              <a:t>dmp</a:t>
            </a:r>
            <a:r>
              <a:rPr lang="zh-CN" altLang="en-US" dirty="0" smtClean="0"/>
              <a:t>查看网站：</a:t>
            </a:r>
            <a:r>
              <a:rPr lang="en-US" altLang="zh-CN" dirty="0" smtClean="0">
                <a:hlinkClick r:id="rId4"/>
              </a:rPr>
              <a:t>http://172.30.66.33</a:t>
            </a:r>
            <a:endParaRPr lang="en-US" altLang="zh-CN" dirty="0" smtClean="0"/>
          </a:p>
          <a:p>
            <a:r>
              <a:rPr lang="en-US" altLang="zh-CN" dirty="0" err="1" smtClean="0"/>
              <a:t>dmp</a:t>
            </a:r>
            <a:r>
              <a:rPr lang="zh-CN" altLang="en-US" dirty="0" smtClean="0"/>
              <a:t>分析工具：</a:t>
            </a:r>
            <a:r>
              <a:rPr lang="en-US" altLang="zh-CN" dirty="0" smtClean="0"/>
              <a:t>08.Prog\dump_analyze.exe</a:t>
            </a:r>
          </a:p>
          <a:p>
            <a:r>
              <a:rPr lang="zh-CN" altLang="en-US" smtClean="0"/>
              <a:t>相关书籍</a:t>
            </a:r>
            <a:r>
              <a:rPr lang="zh-CN" altLang="en-US" dirty="0" smtClean="0"/>
              <a:t>：</a:t>
            </a:r>
            <a:r>
              <a:rPr lang="en-US" altLang="zh-CN" dirty="0" smtClean="0"/>
              <a:t>《WINDOWS</a:t>
            </a:r>
            <a:r>
              <a:rPr lang="zh-CN" altLang="en-US" dirty="0" smtClean="0"/>
              <a:t>高级调试技巧</a:t>
            </a:r>
            <a:r>
              <a:rPr lang="en-US" altLang="zh-CN" dirty="0" smtClean="0"/>
              <a:t>》</a:t>
            </a:r>
            <a:r>
              <a:rPr lang="zh-CN" altLang="en-US" dirty="0" smtClean="0"/>
              <a:t>和</a:t>
            </a:r>
            <a:r>
              <a:rPr lang="en-US" altLang="zh-CN" dirty="0" smtClean="0"/>
              <a:t>《</a:t>
            </a:r>
            <a:r>
              <a:rPr lang="zh-CN" altLang="en-US" dirty="0" smtClean="0"/>
              <a:t>软件调试</a:t>
            </a:r>
            <a:r>
              <a:rPr lang="en-US" altLang="zh-CN" dirty="0" smtClean="0"/>
              <a:t>》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440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方案一 尾页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2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0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3458</TotalTime>
  <Words>802</Words>
  <Application>Microsoft Office PowerPoint</Application>
  <PresentationFormat>全屏显示(4:3)</PresentationFormat>
  <Paragraphs>74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NewsPrint</vt:lpstr>
      <vt:lpstr>PowerPoint 演示文稿</vt:lpstr>
      <vt:lpstr>？玩家的客户端崩溃了，我们怎么处理？</vt:lpstr>
      <vt:lpstr>①收集崩溃信息</vt:lpstr>
      <vt:lpstr>②游戏Crash相关服务器</vt:lpstr>
      <vt:lpstr>③分析dmp的前置条件</vt:lpstr>
      <vt:lpstr>③分析dmp文件步骤</vt:lpstr>
      <vt:lpstr>④修正错误及版本发布</vt:lpstr>
      <vt:lpstr>附：版本编号规划</vt:lpstr>
      <vt:lpstr>附：代码与资源仓库</vt:lpstr>
      <vt:lpstr>附：客户端编译</vt:lpstr>
      <vt:lpstr>附：从dmp到使用调试符号</vt:lpstr>
      <vt:lpstr>附：资源参考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龙仁强.Show</dc:creator>
  <cp:lastModifiedBy>龙仁强.showlong</cp:lastModifiedBy>
  <cp:revision>411</cp:revision>
  <dcterms:modified xsi:type="dcterms:W3CDTF">2014-01-17T05:16:44Z</dcterms:modified>
</cp:coreProperties>
</file>