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60A09-2B83-44B1-A238-C2A9F8FDDF47}" type="datetimeFigureOut">
              <a:rPr lang="zh-CN" altLang="en-US" smtClean="0"/>
              <a:t>2011/10/27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C1836-9D20-477D-AF1C-ED05FF1FC9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331640" y="2276872"/>
            <a:ext cx="2664296" cy="5040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dirty="0" smtClean="0"/>
              <a:t>Network (C++)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331640" y="836712"/>
            <a:ext cx="2664296" cy="5040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dirty="0" smtClean="0"/>
              <a:t>Server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655676" y="3789040"/>
            <a:ext cx="2016224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dirty="0" smtClean="0"/>
              <a:t>Game Logic C++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220072" y="3789040"/>
            <a:ext cx="2016224" cy="93610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dirty="0" smtClean="0"/>
              <a:t>Unreal C++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220072" y="5517232"/>
            <a:ext cx="2016224" cy="86409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dirty="0" smtClean="0"/>
              <a:t>Unreal Script</a:t>
            </a:r>
            <a:endParaRPr lang="zh-CN" altLang="en-US" dirty="0"/>
          </a:p>
        </p:txBody>
      </p:sp>
      <p:sp>
        <p:nvSpPr>
          <p:cNvPr id="10" name="上下箭头 9"/>
          <p:cNvSpPr/>
          <p:nvPr/>
        </p:nvSpPr>
        <p:spPr>
          <a:xfrm>
            <a:off x="2555776" y="1484784"/>
            <a:ext cx="144016" cy="720080"/>
          </a:xfrm>
          <a:prstGeom prst="up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上下箭头 10"/>
          <p:cNvSpPr/>
          <p:nvPr/>
        </p:nvSpPr>
        <p:spPr>
          <a:xfrm>
            <a:off x="2555776" y="2852936"/>
            <a:ext cx="144016" cy="864096"/>
          </a:xfrm>
          <a:prstGeom prst="up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707904" y="4005064"/>
            <a:ext cx="136815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7" idx="2"/>
          </p:cNvCxnSpPr>
          <p:nvPr/>
        </p:nvCxnSpPr>
        <p:spPr>
          <a:xfrm rot="16200000" flipH="1">
            <a:off x="3545886" y="4131078"/>
            <a:ext cx="720080" cy="2484276"/>
          </a:xfrm>
          <a:prstGeom prst="bentConnector2">
            <a:avLst/>
          </a:prstGeom>
          <a:ln>
            <a:prstDash val="sysDot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rot="5400000">
            <a:off x="5255282" y="5120394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rot="5400000" flipH="1" flipV="1">
            <a:off x="6264188" y="5121188"/>
            <a:ext cx="647278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rot="10800000">
            <a:off x="3707904" y="4509120"/>
            <a:ext cx="129614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rot="10800000">
            <a:off x="2267744" y="6165304"/>
            <a:ext cx="2880320" cy="1588"/>
          </a:xfrm>
          <a:prstGeom prst="line">
            <a:avLst/>
          </a:prstGeom>
          <a:ln>
            <a:prstDash val="sysDot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 rot="5400000" flipH="1" flipV="1">
            <a:off x="1690886" y="5589240"/>
            <a:ext cx="1152922" cy="794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860032" y="2060848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虚线部分是希望的访问方式</a:t>
            </a:r>
            <a:endParaRPr lang="en-US" altLang="zh-CN" dirty="0" smtClean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相应颜色的是实际的</a:t>
            </a:r>
            <a:r>
              <a:rPr lang="zh-CN" altLang="en-US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实现方式</a:t>
            </a:r>
            <a:endParaRPr lang="zh-CN" alt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29</Words>
  <Application>Microsoft Office PowerPoint</Application>
  <PresentationFormat>全屏显示(4:3)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陈旺.oscarken</dc:creator>
  <cp:lastModifiedBy>陈旺.oscarken</cp:lastModifiedBy>
  <cp:revision>12</cp:revision>
  <dcterms:created xsi:type="dcterms:W3CDTF">2011-10-27T02:17:54Z</dcterms:created>
  <dcterms:modified xsi:type="dcterms:W3CDTF">2011-10-27T06:43:09Z</dcterms:modified>
</cp:coreProperties>
</file>